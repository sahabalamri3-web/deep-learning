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eue Machina" charset="1" panose="00000500000000000000"/>
      <p:regular r:id="rId18"/>
    </p:embeddedFont>
    <p:embeddedFont>
      <p:font typeface="Noto Sans Arabic" charset="1" panose="020B0502040504020204"/>
      <p:regular r:id="rId19"/>
    </p:embeddedFont>
    <p:embeddedFont>
      <p:font typeface="Neue Machina Ultra-Bold" charset="1" panose="000009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40.pn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47.png" Type="http://schemas.openxmlformats.org/officeDocument/2006/relationships/image"/><Relationship Id="rId13" Target="../media/image48.png" Type="http://schemas.openxmlformats.org/officeDocument/2006/relationships/image"/><Relationship Id="rId14" Target="../media/image49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50.png" Type="http://schemas.openxmlformats.org/officeDocument/2006/relationships/image"/><Relationship Id="rId13" Target="../media/image51.png" Type="http://schemas.openxmlformats.org/officeDocument/2006/relationships/image"/><Relationship Id="rId14" Target="../media/image52.pn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12" Target="../media/image55.jpeg" Type="http://schemas.openxmlformats.org/officeDocument/2006/relationships/image"/><Relationship Id="rId13" Target="../media/VAG89fcqklQ.mp4" Type="http://schemas.openxmlformats.org/officeDocument/2006/relationships/video"/><Relationship Id="rId14" Target="../media/VAG89fcqklQ.mp4" Type="http://schemas.microsoft.com/office/2007/relationships/media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12" Target="../media/image56.jpeg" Type="http://schemas.openxmlformats.org/officeDocument/2006/relationships/image"/><Relationship Id="rId13" Target="../media/VAG9ADewGZ0.mp4" Type="http://schemas.openxmlformats.org/officeDocument/2006/relationships/video"/><Relationship Id="rId14" Target="../media/VAG9ADewGZ0.mp4" Type="http://schemas.microsoft.com/office/2007/relationships/media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sv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57.png" Type="http://schemas.openxmlformats.org/officeDocument/2006/relationships/image"/><Relationship Id="rId9" Target="../media/image5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B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141138" y="1009650"/>
            <a:ext cx="7146862" cy="9277350"/>
          </a:xfrm>
          <a:prstGeom prst="rect">
            <a:avLst/>
          </a:prstGeom>
          <a:solidFill>
            <a:srgbClr val="B7E89D"/>
          </a:solidFill>
        </p:spPr>
      </p:sp>
      <p:sp>
        <p:nvSpPr>
          <p:cNvPr name="AutoShape 3" id="3"/>
          <p:cNvSpPr/>
          <p:nvPr/>
        </p:nvSpPr>
        <p:spPr>
          <a:xfrm rot="0">
            <a:off x="-272384" y="1009650"/>
            <a:ext cx="18832768" cy="0"/>
          </a:xfrm>
          <a:prstGeom prst="line">
            <a:avLst/>
          </a:prstGeom>
          <a:ln cap="rnd" w="1905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235154"/>
            <a:ext cx="9126512" cy="306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0000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Vehicle</a:t>
            </a:r>
            <a:r>
              <a:rPr lang="en-US" sz="10000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 Detecti</a:t>
            </a:r>
            <a:r>
              <a:rPr lang="en-US" sz="10000" u="none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o</a:t>
            </a:r>
            <a:r>
              <a:rPr lang="en-US" sz="10000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n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31548" y="6971670"/>
            <a:ext cx="8320817" cy="1013627"/>
          </a:xfrm>
          <a:custGeom>
            <a:avLst/>
            <a:gdLst/>
            <a:ahLst/>
            <a:cxnLst/>
            <a:rect r="r" b="b" t="t" l="l"/>
            <a:pathLst>
              <a:path h="1013627" w="8320817">
                <a:moveTo>
                  <a:pt x="0" y="0"/>
                </a:moveTo>
                <a:lnTo>
                  <a:pt x="8320817" y="0"/>
                </a:lnTo>
                <a:lnTo>
                  <a:pt x="8320817" y="1013626"/>
                </a:lnTo>
                <a:lnTo>
                  <a:pt x="0" y="101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41138" y="1684429"/>
            <a:ext cx="7929569" cy="11151995"/>
          </a:xfrm>
          <a:custGeom>
            <a:avLst/>
            <a:gdLst/>
            <a:ahLst/>
            <a:cxnLst/>
            <a:rect r="r" b="b" t="t" l="l"/>
            <a:pathLst>
              <a:path h="11151995" w="7929569">
                <a:moveTo>
                  <a:pt x="0" y="0"/>
                </a:moveTo>
                <a:lnTo>
                  <a:pt x="7929569" y="0"/>
                </a:lnTo>
                <a:lnTo>
                  <a:pt x="7929569" y="11151996"/>
                </a:lnTo>
                <a:lnTo>
                  <a:pt x="0" y="11151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599" t="-4609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2507816" y="2712996"/>
            <a:ext cx="4697850" cy="5528183"/>
            <a:chOff x="0" y="0"/>
            <a:chExt cx="539623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1430" y="11430"/>
              <a:ext cx="5373370" cy="6327140"/>
            </a:xfrm>
            <a:custGeom>
              <a:avLst/>
              <a:gdLst/>
              <a:ahLst/>
              <a:cxnLst/>
              <a:rect r="r" b="b" t="t" l="l"/>
              <a:pathLst>
                <a:path h="6327140" w="5373370">
                  <a:moveTo>
                    <a:pt x="5373370" y="610870"/>
                  </a:moveTo>
                  <a:lnTo>
                    <a:pt x="5373370" y="953770"/>
                  </a:lnTo>
                  <a:moveTo>
                    <a:pt x="5373370" y="953770"/>
                  </a:moveTo>
                  <a:lnTo>
                    <a:pt x="5373370" y="6079490"/>
                  </a:lnTo>
                  <a:cubicBezTo>
                    <a:pt x="5373370" y="6216650"/>
                    <a:pt x="5262880" y="6327140"/>
                    <a:pt x="5125720" y="6327140"/>
                  </a:cubicBezTo>
                  <a:lnTo>
                    <a:pt x="247650" y="6327140"/>
                  </a:lnTo>
                  <a:cubicBezTo>
                    <a:pt x="110490" y="6327140"/>
                    <a:pt x="0" y="6216650"/>
                    <a:pt x="0" y="6079490"/>
                  </a:cubicBezTo>
                  <a:lnTo>
                    <a:pt x="0" y="247650"/>
                  </a:lnTo>
                  <a:cubicBezTo>
                    <a:pt x="0" y="110490"/>
                    <a:pt x="110490" y="0"/>
                    <a:pt x="247650" y="0"/>
                  </a:cubicBezTo>
                  <a:lnTo>
                    <a:pt x="5125720" y="0"/>
                  </a:lnTo>
                  <a:cubicBezTo>
                    <a:pt x="5262880" y="0"/>
                    <a:pt x="5373370" y="110490"/>
                    <a:pt x="5373370" y="247650"/>
                  </a:cubicBezTo>
                  <a:lnTo>
                    <a:pt x="5373370" y="610870"/>
                  </a:lnTo>
                </a:path>
              </a:pathLst>
            </a:custGeom>
            <a:blipFill>
              <a:blip r:embed="rId6"/>
              <a:stretch>
                <a:fillRect l="-54432" t="0" r="-54432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148580" y="471170"/>
              <a:ext cx="236220" cy="5868670"/>
            </a:xfrm>
            <a:custGeom>
              <a:avLst/>
              <a:gdLst/>
              <a:ahLst/>
              <a:cxnLst/>
              <a:rect r="r" b="b" t="t" l="l"/>
              <a:pathLst>
                <a:path h="5868670" w="236220">
                  <a:moveTo>
                    <a:pt x="236220" y="240030"/>
                  </a:moveTo>
                  <a:lnTo>
                    <a:pt x="236220" y="494030"/>
                  </a:lnTo>
                  <a:moveTo>
                    <a:pt x="236220" y="494030"/>
                  </a:moveTo>
                  <a:lnTo>
                    <a:pt x="236220" y="5868670"/>
                  </a:lnTo>
                  <a:lnTo>
                    <a:pt x="0" y="5868670"/>
                  </a:lnTo>
                  <a:lnTo>
                    <a:pt x="0" y="0"/>
                  </a:lnTo>
                  <a:lnTo>
                    <a:pt x="236220" y="0"/>
                  </a:lnTo>
                  <a:lnTo>
                    <a:pt x="236220" y="240030"/>
                  </a:lnTo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430" y="11430"/>
              <a:ext cx="5373370" cy="4245610"/>
            </a:xfrm>
            <a:custGeom>
              <a:avLst/>
              <a:gdLst/>
              <a:ahLst/>
              <a:cxnLst/>
              <a:rect r="r" b="b" t="t" l="l"/>
              <a:pathLst>
                <a:path h="4245610" w="5373370">
                  <a:moveTo>
                    <a:pt x="5373370" y="2345690"/>
                  </a:moveTo>
                  <a:lnTo>
                    <a:pt x="5373370" y="4182110"/>
                  </a:lnTo>
                  <a:cubicBezTo>
                    <a:pt x="5373370" y="4217670"/>
                    <a:pt x="5344160" y="4245610"/>
                    <a:pt x="5309870" y="4245610"/>
                  </a:cubicBezTo>
                  <a:lnTo>
                    <a:pt x="5201920" y="4245610"/>
                  </a:lnTo>
                  <a:cubicBezTo>
                    <a:pt x="5166360" y="4245610"/>
                    <a:pt x="5138420" y="4216400"/>
                    <a:pt x="5138420" y="4182110"/>
                  </a:cubicBezTo>
                  <a:lnTo>
                    <a:pt x="5138420" y="2345690"/>
                  </a:lnTo>
                  <a:cubicBezTo>
                    <a:pt x="5138420" y="2310130"/>
                    <a:pt x="5167630" y="2282190"/>
                    <a:pt x="5201920" y="2282190"/>
                  </a:cubicBezTo>
                  <a:lnTo>
                    <a:pt x="5309870" y="2282190"/>
                  </a:lnTo>
                  <a:cubicBezTo>
                    <a:pt x="5344160" y="2282190"/>
                    <a:pt x="5373370" y="2310130"/>
                    <a:pt x="5373370" y="2345690"/>
                  </a:cubicBezTo>
                  <a:close/>
                  <a:moveTo>
                    <a:pt x="5126990" y="0"/>
                  </a:moveTo>
                  <a:lnTo>
                    <a:pt x="246380" y="0"/>
                  </a:lnTo>
                  <a:cubicBezTo>
                    <a:pt x="110490" y="0"/>
                    <a:pt x="0" y="110490"/>
                    <a:pt x="0" y="246380"/>
                  </a:cubicBezTo>
                  <a:lnTo>
                    <a:pt x="0" y="458470"/>
                  </a:lnTo>
                  <a:lnTo>
                    <a:pt x="5373370" y="458470"/>
                  </a:lnTo>
                  <a:lnTo>
                    <a:pt x="5373370" y="246380"/>
                  </a:lnTo>
                  <a:cubicBezTo>
                    <a:pt x="5373370" y="110490"/>
                    <a:pt x="5262880" y="0"/>
                    <a:pt x="5126990" y="0"/>
                  </a:cubicBezTo>
                  <a:close/>
                </a:path>
              </a:pathLst>
            </a:custGeom>
            <a:solidFill>
              <a:srgbClr val="16161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20980" y="160020"/>
              <a:ext cx="651510" cy="162560"/>
            </a:xfrm>
            <a:custGeom>
              <a:avLst/>
              <a:gdLst/>
              <a:ahLst/>
              <a:cxnLst/>
              <a:rect r="r" b="b" t="t" l="l"/>
              <a:pathLst>
                <a:path h="162560" w="651510">
                  <a:moveTo>
                    <a:pt x="162560" y="81280"/>
                  </a:moveTo>
                  <a:cubicBezTo>
                    <a:pt x="162560" y="125730"/>
                    <a:pt x="125730" y="162560"/>
                    <a:pt x="81280" y="162560"/>
                  </a:cubicBezTo>
                  <a:cubicBezTo>
                    <a:pt x="36830" y="162560"/>
                    <a:pt x="0" y="125730"/>
                    <a:pt x="0" y="81280"/>
                  </a:cubicBezTo>
                  <a:cubicBezTo>
                    <a:pt x="0" y="36830"/>
                    <a:pt x="36830" y="0"/>
                    <a:pt x="81280" y="0"/>
                  </a:cubicBezTo>
                  <a:cubicBezTo>
                    <a:pt x="125730" y="0"/>
                    <a:pt x="162560" y="35560"/>
                    <a:pt x="162560" y="81280"/>
                  </a:cubicBezTo>
                  <a:close/>
                  <a:moveTo>
                    <a:pt x="570230" y="0"/>
                  </a:moveTo>
                  <a:cubicBezTo>
                    <a:pt x="525780" y="0"/>
                    <a:pt x="488950" y="36830"/>
                    <a:pt x="488950" y="81280"/>
                  </a:cubicBezTo>
                  <a:cubicBezTo>
                    <a:pt x="488950" y="125730"/>
                    <a:pt x="525780" y="162560"/>
                    <a:pt x="570230" y="162560"/>
                  </a:cubicBezTo>
                  <a:cubicBezTo>
                    <a:pt x="614680" y="162560"/>
                    <a:pt x="651510" y="125730"/>
                    <a:pt x="651510" y="81280"/>
                  </a:cubicBezTo>
                  <a:cubicBezTo>
                    <a:pt x="651510" y="36830"/>
                    <a:pt x="614680" y="0"/>
                    <a:pt x="570230" y="0"/>
                  </a:cubicBezTo>
                  <a:close/>
                  <a:moveTo>
                    <a:pt x="325120" y="0"/>
                  </a:moveTo>
                  <a:cubicBezTo>
                    <a:pt x="280670" y="0"/>
                    <a:pt x="243840" y="36830"/>
                    <a:pt x="243840" y="81280"/>
                  </a:cubicBezTo>
                  <a:cubicBezTo>
                    <a:pt x="243840" y="125730"/>
                    <a:pt x="280670" y="162560"/>
                    <a:pt x="325120" y="162560"/>
                  </a:cubicBezTo>
                  <a:cubicBezTo>
                    <a:pt x="369570" y="162560"/>
                    <a:pt x="406400" y="125730"/>
                    <a:pt x="406400" y="81280"/>
                  </a:cubicBezTo>
                  <a:cubicBezTo>
                    <a:pt x="406400" y="36830"/>
                    <a:pt x="370840" y="0"/>
                    <a:pt x="32512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75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5397500">
                  <a:moveTo>
                    <a:pt x="5137150" y="0"/>
                  </a:moveTo>
                  <a:lnTo>
                    <a:pt x="259080" y="0"/>
                  </a:lnTo>
                  <a:cubicBezTo>
                    <a:pt x="115570" y="0"/>
                    <a:pt x="0" y="115570"/>
                    <a:pt x="0" y="259080"/>
                  </a:cubicBezTo>
                  <a:lnTo>
                    <a:pt x="0" y="6090920"/>
                  </a:lnTo>
                  <a:cubicBezTo>
                    <a:pt x="0" y="6234430"/>
                    <a:pt x="115570" y="6350000"/>
                    <a:pt x="259080" y="6350000"/>
                  </a:cubicBezTo>
                  <a:lnTo>
                    <a:pt x="5137150" y="6350000"/>
                  </a:lnTo>
                  <a:cubicBezTo>
                    <a:pt x="5140960" y="6350000"/>
                    <a:pt x="5143500" y="6350000"/>
                    <a:pt x="5147310" y="6350000"/>
                  </a:cubicBezTo>
                  <a:lnTo>
                    <a:pt x="5148580" y="6350000"/>
                  </a:lnTo>
                  <a:cubicBezTo>
                    <a:pt x="5149850" y="6350000"/>
                    <a:pt x="5149850" y="6350000"/>
                    <a:pt x="5151120" y="6350000"/>
                  </a:cubicBezTo>
                  <a:cubicBezTo>
                    <a:pt x="5288280" y="6343650"/>
                    <a:pt x="5397500" y="6230620"/>
                    <a:pt x="5397500" y="6092190"/>
                  </a:cubicBezTo>
                  <a:lnTo>
                    <a:pt x="5397500" y="4145280"/>
                  </a:lnTo>
                  <a:lnTo>
                    <a:pt x="5397500" y="2406650"/>
                  </a:lnTo>
                  <a:lnTo>
                    <a:pt x="5397500" y="471170"/>
                  </a:lnTo>
                  <a:lnTo>
                    <a:pt x="5397500" y="259080"/>
                  </a:lnTo>
                  <a:cubicBezTo>
                    <a:pt x="5396230" y="115570"/>
                    <a:pt x="5279390" y="0"/>
                    <a:pt x="5137150" y="0"/>
                  </a:cubicBezTo>
                  <a:close/>
                  <a:moveTo>
                    <a:pt x="259080" y="22860"/>
                  </a:moveTo>
                  <a:lnTo>
                    <a:pt x="5137150" y="22860"/>
                  </a:lnTo>
                  <a:cubicBezTo>
                    <a:pt x="5267960" y="22860"/>
                    <a:pt x="5373370" y="128270"/>
                    <a:pt x="5373370" y="259080"/>
                  </a:cubicBezTo>
                  <a:lnTo>
                    <a:pt x="5373370" y="459740"/>
                  </a:lnTo>
                  <a:lnTo>
                    <a:pt x="5147310" y="459740"/>
                  </a:lnTo>
                  <a:lnTo>
                    <a:pt x="22860" y="459740"/>
                  </a:lnTo>
                  <a:lnTo>
                    <a:pt x="22860" y="259080"/>
                  </a:lnTo>
                  <a:cubicBezTo>
                    <a:pt x="22860" y="128270"/>
                    <a:pt x="128270" y="22860"/>
                    <a:pt x="259080" y="22860"/>
                  </a:cubicBezTo>
                  <a:close/>
                  <a:moveTo>
                    <a:pt x="22860" y="6090920"/>
                  </a:moveTo>
                  <a:lnTo>
                    <a:pt x="22860" y="481330"/>
                  </a:lnTo>
                  <a:lnTo>
                    <a:pt x="5137150" y="481330"/>
                  </a:lnTo>
                  <a:lnTo>
                    <a:pt x="5137150" y="6327140"/>
                  </a:lnTo>
                  <a:lnTo>
                    <a:pt x="259080" y="6327140"/>
                  </a:lnTo>
                  <a:cubicBezTo>
                    <a:pt x="128270" y="6327140"/>
                    <a:pt x="22860" y="6221730"/>
                    <a:pt x="22860" y="6090920"/>
                  </a:cubicBezTo>
                  <a:close/>
                  <a:moveTo>
                    <a:pt x="5373370" y="6090920"/>
                  </a:moveTo>
                  <a:cubicBezTo>
                    <a:pt x="5373370" y="6214110"/>
                    <a:pt x="5279390" y="6314440"/>
                    <a:pt x="5158740" y="6325870"/>
                  </a:cubicBezTo>
                  <a:lnTo>
                    <a:pt x="5158740" y="4216400"/>
                  </a:lnTo>
                  <a:cubicBezTo>
                    <a:pt x="5181600" y="4248150"/>
                    <a:pt x="5218430" y="4269740"/>
                    <a:pt x="5260340" y="4269740"/>
                  </a:cubicBezTo>
                  <a:lnTo>
                    <a:pt x="5270500" y="4269740"/>
                  </a:lnTo>
                  <a:cubicBezTo>
                    <a:pt x="5312410" y="4269740"/>
                    <a:pt x="5350510" y="4248150"/>
                    <a:pt x="5372100" y="4216400"/>
                  </a:cubicBezTo>
                  <a:lnTo>
                    <a:pt x="5372100" y="6090920"/>
                  </a:lnTo>
                  <a:lnTo>
                    <a:pt x="5373370" y="6090920"/>
                  </a:lnTo>
                  <a:close/>
                  <a:moveTo>
                    <a:pt x="5158740" y="4145280"/>
                  </a:moveTo>
                  <a:lnTo>
                    <a:pt x="5158740" y="2406650"/>
                  </a:lnTo>
                  <a:cubicBezTo>
                    <a:pt x="5158740" y="2350770"/>
                    <a:pt x="5204460" y="2305050"/>
                    <a:pt x="5260340" y="2305050"/>
                  </a:cubicBezTo>
                  <a:lnTo>
                    <a:pt x="5270500" y="2305050"/>
                  </a:lnTo>
                  <a:cubicBezTo>
                    <a:pt x="5326380" y="2305050"/>
                    <a:pt x="5372100" y="2350770"/>
                    <a:pt x="5372100" y="2406650"/>
                  </a:cubicBezTo>
                  <a:lnTo>
                    <a:pt x="5372100" y="4145280"/>
                  </a:lnTo>
                  <a:cubicBezTo>
                    <a:pt x="5372100" y="4201160"/>
                    <a:pt x="5326380" y="4246880"/>
                    <a:pt x="5270500" y="4246880"/>
                  </a:cubicBezTo>
                  <a:lnTo>
                    <a:pt x="5260340" y="4246880"/>
                  </a:lnTo>
                  <a:cubicBezTo>
                    <a:pt x="5204460" y="4246880"/>
                    <a:pt x="5158740" y="4201160"/>
                    <a:pt x="5158740" y="4145280"/>
                  </a:cubicBezTo>
                  <a:close/>
                  <a:moveTo>
                    <a:pt x="5271770" y="2282190"/>
                  </a:moveTo>
                  <a:lnTo>
                    <a:pt x="5261610" y="2282190"/>
                  </a:lnTo>
                  <a:cubicBezTo>
                    <a:pt x="5219700" y="2282190"/>
                    <a:pt x="5181600" y="2303780"/>
                    <a:pt x="5160010" y="2335530"/>
                  </a:cubicBezTo>
                  <a:lnTo>
                    <a:pt x="5160010" y="481330"/>
                  </a:lnTo>
                  <a:lnTo>
                    <a:pt x="5374640" y="481330"/>
                  </a:lnTo>
                  <a:lnTo>
                    <a:pt x="5374640" y="2334260"/>
                  </a:lnTo>
                  <a:cubicBezTo>
                    <a:pt x="5350510" y="2303780"/>
                    <a:pt x="5313680" y="2282190"/>
                    <a:pt x="5271770" y="2282190"/>
                  </a:cubicBezTo>
                  <a:close/>
                  <a:moveTo>
                    <a:pt x="302260" y="332740"/>
                  </a:moveTo>
                  <a:cubicBezTo>
                    <a:pt x="353060" y="332740"/>
                    <a:pt x="394970" y="290830"/>
                    <a:pt x="394970" y="240030"/>
                  </a:cubicBezTo>
                  <a:cubicBezTo>
                    <a:pt x="394970" y="189230"/>
                    <a:pt x="353060" y="147320"/>
                    <a:pt x="302260" y="147320"/>
                  </a:cubicBezTo>
                  <a:cubicBezTo>
                    <a:pt x="251460" y="147320"/>
                    <a:pt x="209550" y="190500"/>
                    <a:pt x="209550" y="241300"/>
                  </a:cubicBezTo>
                  <a:cubicBezTo>
                    <a:pt x="209550" y="292100"/>
                    <a:pt x="251460" y="332740"/>
                    <a:pt x="302260" y="332740"/>
                  </a:cubicBezTo>
                  <a:close/>
                  <a:moveTo>
                    <a:pt x="302260" y="171450"/>
                  </a:moveTo>
                  <a:cubicBezTo>
                    <a:pt x="340360" y="171450"/>
                    <a:pt x="372110" y="203200"/>
                    <a:pt x="372110" y="241300"/>
                  </a:cubicBezTo>
                  <a:cubicBezTo>
                    <a:pt x="372110" y="279400"/>
                    <a:pt x="340360" y="311150"/>
                    <a:pt x="302260" y="311150"/>
                  </a:cubicBezTo>
                  <a:cubicBezTo>
                    <a:pt x="264160" y="311150"/>
                    <a:pt x="232410" y="279400"/>
                    <a:pt x="232410" y="241300"/>
                  </a:cubicBezTo>
                  <a:cubicBezTo>
                    <a:pt x="232410" y="201930"/>
                    <a:pt x="264160" y="171450"/>
                    <a:pt x="302260" y="171450"/>
                  </a:cubicBezTo>
                  <a:close/>
                  <a:moveTo>
                    <a:pt x="546100" y="332740"/>
                  </a:moveTo>
                  <a:cubicBezTo>
                    <a:pt x="596900" y="332740"/>
                    <a:pt x="638810" y="290830"/>
                    <a:pt x="638810" y="240030"/>
                  </a:cubicBezTo>
                  <a:cubicBezTo>
                    <a:pt x="638810" y="189230"/>
                    <a:pt x="596900" y="148590"/>
                    <a:pt x="546100" y="148590"/>
                  </a:cubicBezTo>
                  <a:cubicBezTo>
                    <a:pt x="495300" y="148590"/>
                    <a:pt x="454660" y="190500"/>
                    <a:pt x="454660" y="241300"/>
                  </a:cubicBezTo>
                  <a:cubicBezTo>
                    <a:pt x="454660" y="292100"/>
                    <a:pt x="495300" y="332740"/>
                    <a:pt x="546100" y="332740"/>
                  </a:cubicBezTo>
                  <a:close/>
                  <a:moveTo>
                    <a:pt x="546100" y="171450"/>
                  </a:moveTo>
                  <a:cubicBezTo>
                    <a:pt x="584200" y="171450"/>
                    <a:pt x="615950" y="203200"/>
                    <a:pt x="615950" y="241300"/>
                  </a:cubicBezTo>
                  <a:cubicBezTo>
                    <a:pt x="615950" y="279400"/>
                    <a:pt x="584200" y="311150"/>
                    <a:pt x="546100" y="311150"/>
                  </a:cubicBezTo>
                  <a:cubicBezTo>
                    <a:pt x="508000" y="311150"/>
                    <a:pt x="476250" y="279400"/>
                    <a:pt x="476250" y="241300"/>
                  </a:cubicBezTo>
                  <a:cubicBezTo>
                    <a:pt x="476250" y="201930"/>
                    <a:pt x="508000" y="171450"/>
                    <a:pt x="546100" y="171450"/>
                  </a:cubicBezTo>
                  <a:close/>
                  <a:moveTo>
                    <a:pt x="791210" y="332740"/>
                  </a:moveTo>
                  <a:cubicBezTo>
                    <a:pt x="842010" y="332740"/>
                    <a:pt x="883920" y="290830"/>
                    <a:pt x="883920" y="240030"/>
                  </a:cubicBezTo>
                  <a:cubicBezTo>
                    <a:pt x="883920" y="189230"/>
                    <a:pt x="842010" y="147320"/>
                    <a:pt x="791210" y="147320"/>
                  </a:cubicBezTo>
                  <a:cubicBezTo>
                    <a:pt x="740410" y="147320"/>
                    <a:pt x="698500" y="190500"/>
                    <a:pt x="698500" y="241300"/>
                  </a:cubicBezTo>
                  <a:cubicBezTo>
                    <a:pt x="698500" y="292100"/>
                    <a:pt x="740410" y="332740"/>
                    <a:pt x="791210" y="332740"/>
                  </a:cubicBezTo>
                  <a:close/>
                  <a:moveTo>
                    <a:pt x="791210" y="171450"/>
                  </a:moveTo>
                  <a:cubicBezTo>
                    <a:pt x="829310" y="171450"/>
                    <a:pt x="861060" y="203200"/>
                    <a:pt x="861060" y="241300"/>
                  </a:cubicBezTo>
                  <a:cubicBezTo>
                    <a:pt x="861060" y="279400"/>
                    <a:pt x="829310" y="311150"/>
                    <a:pt x="791210" y="311150"/>
                  </a:cubicBezTo>
                  <a:cubicBezTo>
                    <a:pt x="753110" y="311150"/>
                    <a:pt x="721360" y="279400"/>
                    <a:pt x="721360" y="241300"/>
                  </a:cubicBezTo>
                  <a:cubicBezTo>
                    <a:pt x="721360" y="201930"/>
                    <a:pt x="751840" y="171450"/>
                    <a:pt x="791210" y="171450"/>
                  </a:cubicBezTo>
                  <a:close/>
                </a:path>
              </a:pathLst>
            </a:custGeom>
            <a:solidFill>
              <a:srgbClr val="161616"/>
            </a:solidFill>
          </p:spPr>
        </p:sp>
      </p:grpSp>
      <p:sp>
        <p:nvSpPr>
          <p:cNvPr name="AutoShape 13" id="13"/>
          <p:cNvSpPr/>
          <p:nvPr/>
        </p:nvSpPr>
        <p:spPr>
          <a:xfrm rot="-5400000">
            <a:off x="6454740" y="5715099"/>
            <a:ext cx="9391847" cy="0"/>
          </a:xfrm>
          <a:prstGeom prst="line">
            <a:avLst/>
          </a:prstGeom>
          <a:ln cap="rnd" w="1905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-1262374">
            <a:off x="7673599" y="4190219"/>
            <a:ext cx="510503" cy="891355"/>
          </a:xfrm>
          <a:custGeom>
            <a:avLst/>
            <a:gdLst/>
            <a:ahLst/>
            <a:cxnLst/>
            <a:rect r="r" b="b" t="t" l="l"/>
            <a:pathLst>
              <a:path h="891355" w="510503">
                <a:moveTo>
                  <a:pt x="0" y="0"/>
                </a:moveTo>
                <a:lnTo>
                  <a:pt x="510503" y="0"/>
                </a:lnTo>
                <a:lnTo>
                  <a:pt x="510503" y="891355"/>
                </a:lnTo>
                <a:lnTo>
                  <a:pt x="0" y="8913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20913" y="408158"/>
            <a:ext cx="422824" cy="228600"/>
            <a:chOff x="0" y="0"/>
            <a:chExt cx="563765" cy="304800"/>
          </a:xfrm>
        </p:grpSpPr>
        <p:sp>
          <p:nvSpPr>
            <p:cNvPr name="AutoShape 16" id="16"/>
            <p:cNvSpPr/>
            <p:nvPr/>
          </p:nvSpPr>
          <p:spPr>
            <a:xfrm rot="0">
              <a:off x="0" y="0"/>
              <a:ext cx="563765" cy="0"/>
            </a:xfrm>
            <a:prstGeom prst="line">
              <a:avLst/>
            </a:prstGeom>
            <a:ln cap="rnd" w="635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rot="0">
              <a:off x="0" y="120650"/>
              <a:ext cx="563765" cy="0"/>
            </a:xfrm>
            <a:prstGeom prst="line">
              <a:avLst/>
            </a:prstGeom>
            <a:ln cap="rnd" w="635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rot="0">
              <a:off x="0" y="241300"/>
              <a:ext cx="563765" cy="0"/>
            </a:xfrm>
            <a:prstGeom prst="line">
              <a:avLst/>
            </a:prstGeom>
            <a:ln cap="rnd" w="63500">
              <a:solidFill>
                <a:srgbClr val="161616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-803388">
            <a:off x="120054" y="7307668"/>
            <a:ext cx="1066598" cy="1062598"/>
          </a:xfrm>
          <a:custGeom>
            <a:avLst/>
            <a:gdLst/>
            <a:ahLst/>
            <a:cxnLst/>
            <a:rect r="r" b="b" t="t" l="l"/>
            <a:pathLst>
              <a:path h="1062598" w="1066598">
                <a:moveTo>
                  <a:pt x="0" y="0"/>
                </a:moveTo>
                <a:lnTo>
                  <a:pt x="1066599" y="0"/>
                </a:lnTo>
                <a:lnTo>
                  <a:pt x="1066599" y="1062598"/>
                </a:lnTo>
                <a:lnTo>
                  <a:pt x="0" y="106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83641" y="7250518"/>
            <a:ext cx="704588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Using Deep Learning (YOLOv8)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10265" y="8408092"/>
            <a:ext cx="403717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  <a:spcBef>
                <a:spcPct val="0"/>
              </a:spcBef>
            </a:pPr>
            <a:r>
              <a:rPr lang="en-US" sz="2199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Prepared by: Sahab AL-Amri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640" y="286420"/>
            <a:ext cx="5301631" cy="6642135"/>
          </a:xfrm>
          <a:custGeom>
            <a:avLst/>
            <a:gdLst/>
            <a:ahLst/>
            <a:cxnLst/>
            <a:rect r="r" b="b" t="t" l="l"/>
            <a:pathLst>
              <a:path h="6642135" w="5301631">
                <a:moveTo>
                  <a:pt x="0" y="0"/>
                </a:moveTo>
                <a:lnTo>
                  <a:pt x="5301631" y="0"/>
                </a:lnTo>
                <a:lnTo>
                  <a:pt x="5301631" y="6642135"/>
                </a:lnTo>
                <a:lnTo>
                  <a:pt x="0" y="6642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5752" y="1843662"/>
            <a:ext cx="5368738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Problem Statement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0" y="1962234"/>
            <a:ext cx="6641317" cy="735330"/>
            <a:chOff x="0" y="0"/>
            <a:chExt cx="8855090" cy="98044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36418" y="-57150"/>
              <a:ext cx="7818672" cy="1037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Traffic monitoring requires accurate vehicle detection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0" y="44674"/>
              <a:ext cx="789492" cy="789492"/>
            </a:xfrm>
            <a:custGeom>
              <a:avLst/>
              <a:gdLst/>
              <a:ahLst/>
              <a:cxnLst/>
              <a:rect r="r" b="b" t="t" l="l"/>
              <a:pathLst>
                <a:path h="789492" w="789492">
                  <a:moveTo>
                    <a:pt x="0" y="0"/>
                  </a:moveTo>
                  <a:lnTo>
                    <a:pt x="789492" y="0"/>
                  </a:lnTo>
                  <a:lnTo>
                    <a:pt x="789492" y="789492"/>
                  </a:lnTo>
                  <a:lnTo>
                    <a:pt x="0" y="789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0" y="3311884"/>
            <a:ext cx="7771965" cy="592119"/>
            <a:chOff x="0" y="0"/>
            <a:chExt cx="10362621" cy="78949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036418" y="171226"/>
              <a:ext cx="9326202" cy="491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Manual monitoring is slow and inefficient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9492" cy="789492"/>
            </a:xfrm>
            <a:custGeom>
              <a:avLst/>
              <a:gdLst/>
              <a:ahLst/>
              <a:cxnLst/>
              <a:rect r="r" b="b" t="t" l="l"/>
              <a:pathLst>
                <a:path h="789492" w="789492">
                  <a:moveTo>
                    <a:pt x="0" y="0"/>
                  </a:moveTo>
                  <a:lnTo>
                    <a:pt x="789492" y="0"/>
                  </a:lnTo>
                  <a:lnTo>
                    <a:pt x="789492" y="789492"/>
                  </a:lnTo>
                  <a:lnTo>
                    <a:pt x="0" y="789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0" y="4704229"/>
            <a:ext cx="7771965" cy="735330"/>
            <a:chOff x="0" y="0"/>
            <a:chExt cx="10362621" cy="98044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036418" y="-57150"/>
              <a:ext cx="9326202" cy="1037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Traditional systems struggle with real-time detection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44674"/>
              <a:ext cx="789492" cy="789492"/>
            </a:xfrm>
            <a:custGeom>
              <a:avLst/>
              <a:gdLst/>
              <a:ahLst/>
              <a:cxnLst/>
              <a:rect r="r" b="b" t="t" l="l"/>
              <a:pathLst>
                <a:path h="789492" w="789492">
                  <a:moveTo>
                    <a:pt x="0" y="0"/>
                  </a:moveTo>
                  <a:lnTo>
                    <a:pt x="789492" y="0"/>
                  </a:lnTo>
                  <a:lnTo>
                    <a:pt x="789492" y="789492"/>
                  </a:lnTo>
                  <a:lnTo>
                    <a:pt x="0" y="789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0" y="6163585"/>
            <a:ext cx="7771965" cy="592119"/>
            <a:chOff x="0" y="0"/>
            <a:chExt cx="10362621" cy="78949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1036418" y="171226"/>
              <a:ext cx="9326202" cy="491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Need</a:t>
              </a:r>
              <a:r>
                <a:rPr lang="en-US" sz="2199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 for an AI-based automated solution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9492" cy="789492"/>
            </a:xfrm>
            <a:custGeom>
              <a:avLst/>
              <a:gdLst/>
              <a:ahLst/>
              <a:cxnLst/>
              <a:rect r="r" b="b" t="t" l="l"/>
              <a:pathLst>
                <a:path h="789492" w="789492">
                  <a:moveTo>
                    <a:pt x="0" y="0"/>
                  </a:moveTo>
                  <a:lnTo>
                    <a:pt x="789492" y="0"/>
                  </a:lnTo>
                  <a:lnTo>
                    <a:pt x="789492" y="789492"/>
                  </a:lnTo>
                  <a:lnTo>
                    <a:pt x="0" y="789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-1262374">
            <a:off x="6117343" y="2865891"/>
            <a:ext cx="417789" cy="729473"/>
          </a:xfrm>
          <a:custGeom>
            <a:avLst/>
            <a:gdLst/>
            <a:ahLst/>
            <a:cxnLst/>
            <a:rect r="r" b="b" t="t" l="l"/>
            <a:pathLst>
              <a:path h="729473" w="417789">
                <a:moveTo>
                  <a:pt x="0" y="0"/>
                </a:moveTo>
                <a:lnTo>
                  <a:pt x="417789" y="0"/>
                </a:lnTo>
                <a:lnTo>
                  <a:pt x="417789" y="729473"/>
                </a:lnTo>
                <a:lnTo>
                  <a:pt x="0" y="729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3687697">
            <a:off x="15287937" y="-1337339"/>
            <a:ext cx="3942727" cy="4114800"/>
          </a:xfrm>
          <a:custGeom>
            <a:avLst/>
            <a:gdLst/>
            <a:ahLst/>
            <a:cxnLst/>
            <a:rect r="r" b="b" t="t" l="l"/>
            <a:pathLst>
              <a:path h="4114800" w="3942727">
                <a:moveTo>
                  <a:pt x="0" y="0"/>
                </a:moveTo>
                <a:lnTo>
                  <a:pt x="3942726" y="0"/>
                </a:lnTo>
                <a:lnTo>
                  <a:pt x="39427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8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4857" y="5858073"/>
            <a:ext cx="8201668" cy="6800455"/>
          </a:xfrm>
          <a:custGeom>
            <a:avLst/>
            <a:gdLst/>
            <a:ahLst/>
            <a:cxnLst/>
            <a:rect r="r" b="b" t="t" l="l"/>
            <a:pathLst>
              <a:path h="6800455" w="8201668">
                <a:moveTo>
                  <a:pt x="0" y="0"/>
                </a:moveTo>
                <a:lnTo>
                  <a:pt x="8201668" y="0"/>
                </a:lnTo>
                <a:lnTo>
                  <a:pt x="8201668" y="6800454"/>
                </a:lnTo>
                <a:lnTo>
                  <a:pt x="0" y="6800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427558" cy="8229600"/>
            <a:chOff x="0" y="0"/>
            <a:chExt cx="124904235" cy="625724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2390" y="72390"/>
              <a:ext cx="124759457" cy="62427634"/>
            </a:xfrm>
            <a:custGeom>
              <a:avLst/>
              <a:gdLst/>
              <a:ahLst/>
              <a:cxnLst/>
              <a:rect r="r" b="b" t="t" l="l"/>
              <a:pathLst>
                <a:path h="62427634" w="124759457">
                  <a:moveTo>
                    <a:pt x="0" y="0"/>
                  </a:moveTo>
                  <a:lnTo>
                    <a:pt x="124759457" y="0"/>
                  </a:lnTo>
                  <a:lnTo>
                    <a:pt x="124759457" y="62427634"/>
                  </a:lnTo>
                  <a:lnTo>
                    <a:pt x="0" y="624276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04240" cy="62572410"/>
            </a:xfrm>
            <a:custGeom>
              <a:avLst/>
              <a:gdLst/>
              <a:ahLst/>
              <a:cxnLst/>
              <a:rect r="r" b="b" t="t" l="l"/>
              <a:pathLst>
                <a:path h="62572410" w="124904240">
                  <a:moveTo>
                    <a:pt x="124759455" y="62427631"/>
                  </a:moveTo>
                  <a:lnTo>
                    <a:pt x="124904240" y="62427631"/>
                  </a:lnTo>
                  <a:lnTo>
                    <a:pt x="124904240" y="62572410"/>
                  </a:lnTo>
                  <a:lnTo>
                    <a:pt x="124759455" y="62572410"/>
                  </a:lnTo>
                  <a:lnTo>
                    <a:pt x="124759455" y="6242763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2427631"/>
                  </a:lnTo>
                  <a:lnTo>
                    <a:pt x="0" y="62427631"/>
                  </a:lnTo>
                  <a:lnTo>
                    <a:pt x="0" y="144780"/>
                  </a:lnTo>
                  <a:close/>
                  <a:moveTo>
                    <a:pt x="0" y="62427631"/>
                  </a:moveTo>
                  <a:lnTo>
                    <a:pt x="144780" y="62427631"/>
                  </a:lnTo>
                  <a:lnTo>
                    <a:pt x="144780" y="62572410"/>
                  </a:lnTo>
                  <a:lnTo>
                    <a:pt x="0" y="62572410"/>
                  </a:lnTo>
                  <a:lnTo>
                    <a:pt x="0" y="62427631"/>
                  </a:lnTo>
                  <a:close/>
                  <a:moveTo>
                    <a:pt x="124759455" y="144780"/>
                  </a:moveTo>
                  <a:lnTo>
                    <a:pt x="124904240" y="144780"/>
                  </a:lnTo>
                  <a:lnTo>
                    <a:pt x="124904240" y="62427631"/>
                  </a:lnTo>
                  <a:lnTo>
                    <a:pt x="124759455" y="62427631"/>
                  </a:lnTo>
                  <a:lnTo>
                    <a:pt x="124759455" y="144780"/>
                  </a:lnTo>
                  <a:close/>
                  <a:moveTo>
                    <a:pt x="144780" y="62427631"/>
                  </a:moveTo>
                  <a:lnTo>
                    <a:pt x="124759455" y="62427631"/>
                  </a:lnTo>
                  <a:lnTo>
                    <a:pt x="124759455" y="62572410"/>
                  </a:lnTo>
                  <a:lnTo>
                    <a:pt x="144780" y="62572410"/>
                  </a:lnTo>
                  <a:lnTo>
                    <a:pt x="144780" y="62427631"/>
                  </a:lnTo>
                  <a:close/>
                  <a:moveTo>
                    <a:pt x="124759455" y="0"/>
                  </a:moveTo>
                  <a:lnTo>
                    <a:pt x="124904240" y="0"/>
                  </a:lnTo>
                  <a:lnTo>
                    <a:pt x="124904240" y="144780"/>
                  </a:lnTo>
                  <a:lnTo>
                    <a:pt x="124759455" y="144780"/>
                  </a:lnTo>
                  <a:lnTo>
                    <a:pt x="12475945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4759455" y="0"/>
                  </a:lnTo>
                  <a:lnTo>
                    <a:pt x="12475945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161616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568591" cy="8229600"/>
          </a:xfrm>
          <a:custGeom>
            <a:avLst/>
            <a:gdLst/>
            <a:ahLst/>
            <a:cxnLst/>
            <a:rect r="r" b="b" t="t" l="l"/>
            <a:pathLst>
              <a:path h="8229600" w="568591">
                <a:moveTo>
                  <a:pt x="0" y="0"/>
                </a:moveTo>
                <a:lnTo>
                  <a:pt x="568591" y="0"/>
                </a:lnTo>
                <a:lnTo>
                  <a:pt x="5685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73522" y="2242235"/>
            <a:ext cx="1473098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Pr</a:t>
            </a:r>
            <a:r>
              <a:rPr lang="en-US" sz="6399" u="none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o</a:t>
            </a:r>
            <a:r>
              <a:rPr lang="en-US" sz="6399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ject Objective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274047" y="4304320"/>
            <a:ext cx="818573" cy="1247134"/>
          </a:xfrm>
          <a:custGeom>
            <a:avLst/>
            <a:gdLst/>
            <a:ahLst/>
            <a:cxnLst/>
            <a:rect r="r" b="b" t="t" l="l"/>
            <a:pathLst>
              <a:path h="1247134" w="818573">
                <a:moveTo>
                  <a:pt x="0" y="0"/>
                </a:moveTo>
                <a:lnTo>
                  <a:pt x="818573" y="0"/>
                </a:lnTo>
                <a:lnTo>
                  <a:pt x="818573" y="1247134"/>
                </a:lnTo>
                <a:lnTo>
                  <a:pt x="0" y="12471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418894" y="4304320"/>
            <a:ext cx="5906704" cy="1206810"/>
            <a:chOff x="0" y="0"/>
            <a:chExt cx="7875606" cy="160908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85725"/>
              <a:ext cx="7875606" cy="573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571490"/>
              <a:ext cx="7875606" cy="1037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Build a deep learning model for vehicle detection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274047" y="6797631"/>
            <a:ext cx="818573" cy="1247134"/>
          </a:xfrm>
          <a:custGeom>
            <a:avLst/>
            <a:gdLst/>
            <a:ahLst/>
            <a:cxnLst/>
            <a:rect r="r" b="b" t="t" l="l"/>
            <a:pathLst>
              <a:path h="1247134" w="818573">
                <a:moveTo>
                  <a:pt x="0" y="0"/>
                </a:moveTo>
                <a:lnTo>
                  <a:pt x="818573" y="0"/>
                </a:lnTo>
                <a:lnTo>
                  <a:pt x="818573" y="1247134"/>
                </a:lnTo>
                <a:lnTo>
                  <a:pt x="0" y="12471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418894" y="6797631"/>
            <a:ext cx="4998479" cy="1206810"/>
            <a:chOff x="0" y="0"/>
            <a:chExt cx="6664638" cy="160908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85725"/>
              <a:ext cx="6664638" cy="573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71490"/>
              <a:ext cx="6664638" cy="1037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Use YOLO (You Only Look Once) object detection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953482" y="4293209"/>
            <a:ext cx="818573" cy="1247134"/>
          </a:xfrm>
          <a:custGeom>
            <a:avLst/>
            <a:gdLst/>
            <a:ahLst/>
            <a:cxnLst/>
            <a:rect r="r" b="b" t="t" l="l"/>
            <a:pathLst>
              <a:path h="1247134" w="818573">
                <a:moveTo>
                  <a:pt x="0" y="0"/>
                </a:moveTo>
                <a:lnTo>
                  <a:pt x="818574" y="0"/>
                </a:lnTo>
                <a:lnTo>
                  <a:pt x="818574" y="1247134"/>
                </a:lnTo>
                <a:lnTo>
                  <a:pt x="0" y="12471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098329" y="4293209"/>
            <a:ext cx="5906704" cy="797235"/>
            <a:chOff x="0" y="0"/>
            <a:chExt cx="7875606" cy="106298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85725"/>
              <a:ext cx="7875606" cy="573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3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571490"/>
              <a:ext cx="7875606" cy="491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Detect multiple vehicle types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953482" y="6786520"/>
            <a:ext cx="818573" cy="1247134"/>
          </a:xfrm>
          <a:custGeom>
            <a:avLst/>
            <a:gdLst/>
            <a:ahLst/>
            <a:cxnLst/>
            <a:rect r="r" b="b" t="t" l="l"/>
            <a:pathLst>
              <a:path h="1247134" w="818573">
                <a:moveTo>
                  <a:pt x="0" y="0"/>
                </a:moveTo>
                <a:lnTo>
                  <a:pt x="818574" y="0"/>
                </a:lnTo>
                <a:lnTo>
                  <a:pt x="818574" y="1247134"/>
                </a:lnTo>
                <a:lnTo>
                  <a:pt x="0" y="12471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1098329" y="6786520"/>
            <a:ext cx="5906704" cy="1206810"/>
            <a:chOff x="0" y="0"/>
            <a:chExt cx="7875606" cy="160908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85725"/>
              <a:ext cx="7875606" cy="573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4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571490"/>
              <a:ext cx="7875606" cy="1037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Develop an AI-based software application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1262374">
            <a:off x="6489265" y="2778690"/>
            <a:ext cx="417789" cy="729473"/>
          </a:xfrm>
          <a:custGeom>
            <a:avLst/>
            <a:gdLst/>
            <a:ahLst/>
            <a:cxnLst/>
            <a:rect r="r" b="b" t="t" l="l"/>
            <a:pathLst>
              <a:path h="729473" w="417789">
                <a:moveTo>
                  <a:pt x="0" y="0"/>
                </a:moveTo>
                <a:lnTo>
                  <a:pt x="417788" y="0"/>
                </a:lnTo>
                <a:lnTo>
                  <a:pt x="417788" y="729472"/>
                </a:lnTo>
                <a:lnTo>
                  <a:pt x="0" y="7294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B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569791" cy="1030354"/>
          </a:xfrm>
          <a:custGeom>
            <a:avLst/>
            <a:gdLst/>
            <a:ahLst/>
            <a:cxnLst/>
            <a:rect r="r" b="b" t="t" l="l"/>
            <a:pathLst>
              <a:path h="1030354" w="1569791">
                <a:moveTo>
                  <a:pt x="0" y="0"/>
                </a:moveTo>
                <a:lnTo>
                  <a:pt x="1569791" y="0"/>
                </a:lnTo>
                <a:lnTo>
                  <a:pt x="1569791" y="1030354"/>
                </a:lnTo>
                <a:lnTo>
                  <a:pt x="0" y="103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2374">
            <a:off x="2432835" y="1431160"/>
            <a:ext cx="405660" cy="708295"/>
          </a:xfrm>
          <a:custGeom>
            <a:avLst/>
            <a:gdLst/>
            <a:ahLst/>
            <a:cxnLst/>
            <a:rect r="r" b="b" t="t" l="l"/>
            <a:pathLst>
              <a:path h="708295" w="405660">
                <a:moveTo>
                  <a:pt x="0" y="0"/>
                </a:moveTo>
                <a:lnTo>
                  <a:pt x="405660" y="0"/>
                </a:lnTo>
                <a:lnTo>
                  <a:pt x="405660" y="708295"/>
                </a:lnTo>
                <a:lnTo>
                  <a:pt x="0" y="708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37876">
            <a:off x="4978088" y="6532151"/>
            <a:ext cx="15609222" cy="6455487"/>
          </a:xfrm>
          <a:custGeom>
            <a:avLst/>
            <a:gdLst/>
            <a:ahLst/>
            <a:cxnLst/>
            <a:rect r="r" b="b" t="t" l="l"/>
            <a:pathLst>
              <a:path h="6455487" w="15609222">
                <a:moveTo>
                  <a:pt x="15609222" y="0"/>
                </a:moveTo>
                <a:lnTo>
                  <a:pt x="0" y="0"/>
                </a:lnTo>
                <a:lnTo>
                  <a:pt x="0" y="6455487"/>
                </a:lnTo>
                <a:lnTo>
                  <a:pt x="15609222" y="6455487"/>
                </a:lnTo>
                <a:lnTo>
                  <a:pt x="156092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66763" y="3050237"/>
            <a:ext cx="17354473" cy="6795504"/>
            <a:chOff x="0" y="0"/>
            <a:chExt cx="131951885" cy="5166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131807101" cy="51523720"/>
            </a:xfrm>
            <a:custGeom>
              <a:avLst/>
              <a:gdLst/>
              <a:ahLst/>
              <a:cxnLst/>
              <a:rect r="r" b="b" t="t" l="l"/>
              <a:pathLst>
                <a:path h="51523720" w="131807101">
                  <a:moveTo>
                    <a:pt x="0" y="0"/>
                  </a:moveTo>
                  <a:lnTo>
                    <a:pt x="131807101" y="0"/>
                  </a:lnTo>
                  <a:lnTo>
                    <a:pt x="131807101" y="51523720"/>
                  </a:lnTo>
                  <a:lnTo>
                    <a:pt x="0" y="51523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951884" cy="51668499"/>
            </a:xfrm>
            <a:custGeom>
              <a:avLst/>
              <a:gdLst/>
              <a:ahLst/>
              <a:cxnLst/>
              <a:rect r="r" b="b" t="t" l="l"/>
              <a:pathLst>
                <a:path h="51668499" w="131951884">
                  <a:moveTo>
                    <a:pt x="131807099" y="51523720"/>
                  </a:moveTo>
                  <a:lnTo>
                    <a:pt x="131951884" y="51523720"/>
                  </a:lnTo>
                  <a:lnTo>
                    <a:pt x="131951884" y="51668499"/>
                  </a:lnTo>
                  <a:lnTo>
                    <a:pt x="131807099" y="51668499"/>
                  </a:lnTo>
                  <a:lnTo>
                    <a:pt x="131807099" y="5152372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1523720"/>
                  </a:lnTo>
                  <a:lnTo>
                    <a:pt x="0" y="51523720"/>
                  </a:lnTo>
                  <a:lnTo>
                    <a:pt x="0" y="144780"/>
                  </a:lnTo>
                  <a:close/>
                  <a:moveTo>
                    <a:pt x="0" y="51523720"/>
                  </a:moveTo>
                  <a:lnTo>
                    <a:pt x="144780" y="51523720"/>
                  </a:lnTo>
                  <a:lnTo>
                    <a:pt x="144780" y="51668499"/>
                  </a:lnTo>
                  <a:lnTo>
                    <a:pt x="0" y="51668499"/>
                  </a:lnTo>
                  <a:lnTo>
                    <a:pt x="0" y="51523720"/>
                  </a:lnTo>
                  <a:close/>
                  <a:moveTo>
                    <a:pt x="131807099" y="144780"/>
                  </a:moveTo>
                  <a:lnTo>
                    <a:pt x="131951884" y="144780"/>
                  </a:lnTo>
                  <a:lnTo>
                    <a:pt x="131951884" y="51523720"/>
                  </a:lnTo>
                  <a:lnTo>
                    <a:pt x="131807099" y="51523720"/>
                  </a:lnTo>
                  <a:lnTo>
                    <a:pt x="131807099" y="144780"/>
                  </a:lnTo>
                  <a:close/>
                  <a:moveTo>
                    <a:pt x="144780" y="51523720"/>
                  </a:moveTo>
                  <a:lnTo>
                    <a:pt x="131807099" y="51523720"/>
                  </a:lnTo>
                  <a:lnTo>
                    <a:pt x="131807099" y="51668499"/>
                  </a:lnTo>
                  <a:lnTo>
                    <a:pt x="144780" y="51668499"/>
                  </a:lnTo>
                  <a:lnTo>
                    <a:pt x="144780" y="51523720"/>
                  </a:lnTo>
                  <a:close/>
                  <a:moveTo>
                    <a:pt x="131807099" y="0"/>
                  </a:moveTo>
                  <a:lnTo>
                    <a:pt x="131951884" y="0"/>
                  </a:lnTo>
                  <a:lnTo>
                    <a:pt x="131951884" y="144780"/>
                  </a:lnTo>
                  <a:lnTo>
                    <a:pt x="131807099" y="144780"/>
                  </a:lnTo>
                  <a:lnTo>
                    <a:pt x="13180709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31807099" y="0"/>
                  </a:lnTo>
                  <a:lnTo>
                    <a:pt x="13180709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161616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60109" y="3050237"/>
            <a:ext cx="469508" cy="6795504"/>
          </a:xfrm>
          <a:custGeom>
            <a:avLst/>
            <a:gdLst/>
            <a:ahLst/>
            <a:cxnLst/>
            <a:rect r="r" b="b" t="t" l="l"/>
            <a:pathLst>
              <a:path h="6795504" w="469508">
                <a:moveTo>
                  <a:pt x="0" y="0"/>
                </a:moveTo>
                <a:lnTo>
                  <a:pt x="469508" y="0"/>
                </a:lnTo>
                <a:lnTo>
                  <a:pt x="469508" y="6795504"/>
                </a:lnTo>
                <a:lnTo>
                  <a:pt x="0" y="67955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84955" y="4421543"/>
            <a:ext cx="16436282" cy="1489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4923" indent="-287461" lvl="1">
              <a:lnSpc>
                <a:spcPts val="3994"/>
              </a:lnSpc>
              <a:buFont typeface="Arial"/>
              <a:buChar char="•"/>
            </a:pPr>
            <a:r>
              <a:rPr lang="en-US" sz="2662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Dataset source: Kaggle – Vehicle Detection Dataset</a:t>
            </a:r>
          </a:p>
          <a:p>
            <a:pPr algn="l">
              <a:lnSpc>
                <a:spcPts val="3994"/>
              </a:lnSpc>
            </a:pPr>
          </a:p>
          <a:p>
            <a:pPr algn="l">
              <a:lnSpc>
                <a:spcPts val="3994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782879" y="1378608"/>
            <a:ext cx="706743" cy="1076755"/>
          </a:xfrm>
          <a:custGeom>
            <a:avLst/>
            <a:gdLst/>
            <a:ahLst/>
            <a:cxnLst/>
            <a:rect r="r" b="b" t="t" l="l"/>
            <a:pathLst>
              <a:path h="1076755" w="706743">
                <a:moveTo>
                  <a:pt x="0" y="0"/>
                </a:moveTo>
                <a:lnTo>
                  <a:pt x="706743" y="0"/>
                </a:lnTo>
                <a:lnTo>
                  <a:pt x="706743" y="1076756"/>
                </a:lnTo>
                <a:lnTo>
                  <a:pt x="0" y="1076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34070" y="1087504"/>
            <a:ext cx="1101986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Dataset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4955" y="6601822"/>
            <a:ext cx="16436282" cy="300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4"/>
              </a:lnSpc>
            </a:pPr>
          </a:p>
          <a:p>
            <a:pPr algn="l" marL="574923" indent="-287461" lvl="1">
              <a:lnSpc>
                <a:spcPts val="3994"/>
              </a:lnSpc>
              <a:buFont typeface="Arial"/>
              <a:buChar char="•"/>
            </a:pPr>
            <a:r>
              <a:rPr lang="en-US" sz="2662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Contains </a:t>
            </a:r>
            <a:r>
              <a:rPr lang="en-US" sz="2662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annotated images of vehicles</a:t>
            </a:r>
          </a:p>
          <a:p>
            <a:pPr algn="l" marL="574923" indent="-287461" lvl="1">
              <a:lnSpc>
                <a:spcPts val="3994"/>
              </a:lnSpc>
              <a:buFont typeface="Arial"/>
              <a:buChar char="•"/>
            </a:pPr>
            <a:r>
              <a:rPr lang="en-US" sz="2662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Multiple classes (car, bus, truck, motorcycle, etc.)</a:t>
            </a:r>
          </a:p>
          <a:p>
            <a:pPr algn="l" marL="574923" indent="-287461" lvl="1">
              <a:lnSpc>
                <a:spcPts val="3994"/>
              </a:lnSpc>
              <a:buFont typeface="Arial"/>
              <a:buChar char="•"/>
            </a:pPr>
            <a:r>
              <a:rPr lang="en-US" sz="2662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Bounding box annotations (YOLO format)</a:t>
            </a:r>
          </a:p>
          <a:p>
            <a:pPr algn="l" marL="574923" indent="-287461" lvl="1">
              <a:lnSpc>
                <a:spcPts val="3994"/>
              </a:lnSpc>
              <a:buFont typeface="Arial"/>
              <a:buChar char="•"/>
            </a:pPr>
            <a:r>
              <a:rPr lang="en-US" sz="2662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Suitable for object detection tasks</a:t>
            </a:r>
          </a:p>
          <a:p>
            <a:pPr algn="l">
              <a:lnSpc>
                <a:spcPts val="399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8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4857" y="5858073"/>
            <a:ext cx="8201668" cy="6800455"/>
          </a:xfrm>
          <a:custGeom>
            <a:avLst/>
            <a:gdLst/>
            <a:ahLst/>
            <a:cxnLst/>
            <a:rect r="r" b="b" t="t" l="l"/>
            <a:pathLst>
              <a:path h="6800455" w="8201668">
                <a:moveTo>
                  <a:pt x="0" y="0"/>
                </a:moveTo>
                <a:lnTo>
                  <a:pt x="8201668" y="0"/>
                </a:lnTo>
                <a:lnTo>
                  <a:pt x="8201668" y="6800454"/>
                </a:lnTo>
                <a:lnTo>
                  <a:pt x="0" y="6800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7893" y="250221"/>
            <a:ext cx="17521492" cy="10036779"/>
            <a:chOff x="0" y="0"/>
            <a:chExt cx="133221782" cy="763129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2390" y="72390"/>
              <a:ext cx="133077002" cy="76168221"/>
            </a:xfrm>
            <a:custGeom>
              <a:avLst/>
              <a:gdLst/>
              <a:ahLst/>
              <a:cxnLst/>
              <a:rect r="r" b="b" t="t" l="l"/>
              <a:pathLst>
                <a:path h="76168221" w="133077002">
                  <a:moveTo>
                    <a:pt x="0" y="0"/>
                  </a:moveTo>
                  <a:lnTo>
                    <a:pt x="133077002" y="0"/>
                  </a:lnTo>
                  <a:lnTo>
                    <a:pt x="133077002" y="76168221"/>
                  </a:lnTo>
                  <a:lnTo>
                    <a:pt x="0" y="761682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221785" cy="76312998"/>
            </a:xfrm>
            <a:custGeom>
              <a:avLst/>
              <a:gdLst/>
              <a:ahLst/>
              <a:cxnLst/>
              <a:rect r="r" b="b" t="t" l="l"/>
              <a:pathLst>
                <a:path h="76312998" w="133221785">
                  <a:moveTo>
                    <a:pt x="133077000" y="76168219"/>
                  </a:moveTo>
                  <a:lnTo>
                    <a:pt x="133221785" y="76168219"/>
                  </a:lnTo>
                  <a:lnTo>
                    <a:pt x="133221785" y="76312998"/>
                  </a:lnTo>
                  <a:lnTo>
                    <a:pt x="133077000" y="76312998"/>
                  </a:lnTo>
                  <a:lnTo>
                    <a:pt x="133077000" y="7616821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6168219"/>
                  </a:lnTo>
                  <a:lnTo>
                    <a:pt x="0" y="76168219"/>
                  </a:lnTo>
                  <a:lnTo>
                    <a:pt x="0" y="144780"/>
                  </a:lnTo>
                  <a:close/>
                  <a:moveTo>
                    <a:pt x="0" y="76168219"/>
                  </a:moveTo>
                  <a:lnTo>
                    <a:pt x="144780" y="76168219"/>
                  </a:lnTo>
                  <a:lnTo>
                    <a:pt x="144780" y="76312998"/>
                  </a:lnTo>
                  <a:lnTo>
                    <a:pt x="0" y="76312998"/>
                  </a:lnTo>
                  <a:lnTo>
                    <a:pt x="0" y="76168219"/>
                  </a:lnTo>
                  <a:close/>
                  <a:moveTo>
                    <a:pt x="133077000" y="144780"/>
                  </a:moveTo>
                  <a:lnTo>
                    <a:pt x="133221785" y="144780"/>
                  </a:lnTo>
                  <a:lnTo>
                    <a:pt x="133221785" y="76168219"/>
                  </a:lnTo>
                  <a:lnTo>
                    <a:pt x="133077000" y="76168219"/>
                  </a:lnTo>
                  <a:lnTo>
                    <a:pt x="133077000" y="144780"/>
                  </a:lnTo>
                  <a:close/>
                  <a:moveTo>
                    <a:pt x="144780" y="76168219"/>
                  </a:moveTo>
                  <a:lnTo>
                    <a:pt x="133077000" y="76168219"/>
                  </a:lnTo>
                  <a:lnTo>
                    <a:pt x="133077000" y="76312998"/>
                  </a:lnTo>
                  <a:lnTo>
                    <a:pt x="144780" y="76312998"/>
                  </a:lnTo>
                  <a:lnTo>
                    <a:pt x="144780" y="76168219"/>
                  </a:lnTo>
                  <a:close/>
                  <a:moveTo>
                    <a:pt x="133077000" y="0"/>
                  </a:moveTo>
                  <a:lnTo>
                    <a:pt x="133221785" y="0"/>
                  </a:lnTo>
                  <a:lnTo>
                    <a:pt x="133221785" y="144780"/>
                  </a:lnTo>
                  <a:lnTo>
                    <a:pt x="133077000" y="144780"/>
                  </a:lnTo>
                  <a:lnTo>
                    <a:pt x="1330770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33077000" y="0"/>
                  </a:lnTo>
                  <a:lnTo>
                    <a:pt x="1330770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161616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20086" y="250221"/>
            <a:ext cx="693450" cy="10036779"/>
          </a:xfrm>
          <a:custGeom>
            <a:avLst/>
            <a:gdLst/>
            <a:ahLst/>
            <a:cxnLst/>
            <a:rect r="r" b="b" t="t" l="l"/>
            <a:pathLst>
              <a:path h="10036779" w="693450">
                <a:moveTo>
                  <a:pt x="0" y="0"/>
                </a:moveTo>
                <a:lnTo>
                  <a:pt x="693450" y="0"/>
                </a:lnTo>
                <a:lnTo>
                  <a:pt x="693450" y="10036779"/>
                </a:lnTo>
                <a:lnTo>
                  <a:pt x="0" y="10036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78507" y="445953"/>
            <a:ext cx="1473098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Data Preparation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043491" y="1637355"/>
            <a:ext cx="491506" cy="748833"/>
          </a:xfrm>
          <a:custGeom>
            <a:avLst/>
            <a:gdLst/>
            <a:ahLst/>
            <a:cxnLst/>
            <a:rect r="r" b="b" t="t" l="l"/>
            <a:pathLst>
              <a:path h="748833" w="491506">
                <a:moveTo>
                  <a:pt x="0" y="0"/>
                </a:moveTo>
                <a:lnTo>
                  <a:pt x="491507" y="0"/>
                </a:lnTo>
                <a:lnTo>
                  <a:pt x="491507" y="748833"/>
                </a:lnTo>
                <a:lnTo>
                  <a:pt x="0" y="7488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262374">
            <a:off x="7880832" y="1140516"/>
            <a:ext cx="317276" cy="553974"/>
          </a:xfrm>
          <a:custGeom>
            <a:avLst/>
            <a:gdLst/>
            <a:ahLst/>
            <a:cxnLst/>
            <a:rect r="r" b="b" t="t" l="l"/>
            <a:pathLst>
              <a:path h="553974" w="317276">
                <a:moveTo>
                  <a:pt x="0" y="0"/>
                </a:moveTo>
                <a:lnTo>
                  <a:pt x="317276" y="0"/>
                </a:lnTo>
                <a:lnTo>
                  <a:pt x="317276" y="553974"/>
                </a:lnTo>
                <a:lnTo>
                  <a:pt x="0" y="5539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3364" y="2561414"/>
            <a:ext cx="8150749" cy="2699936"/>
          </a:xfrm>
          <a:custGeom>
            <a:avLst/>
            <a:gdLst/>
            <a:ahLst/>
            <a:cxnLst/>
            <a:rect r="r" b="b" t="t" l="l"/>
            <a:pathLst>
              <a:path h="2699936" w="8150749">
                <a:moveTo>
                  <a:pt x="0" y="0"/>
                </a:moveTo>
                <a:lnTo>
                  <a:pt x="8150749" y="0"/>
                </a:lnTo>
                <a:lnTo>
                  <a:pt x="8150749" y="2699935"/>
                </a:lnTo>
                <a:lnTo>
                  <a:pt x="0" y="26999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2947" y="1588953"/>
            <a:ext cx="491506" cy="748833"/>
          </a:xfrm>
          <a:custGeom>
            <a:avLst/>
            <a:gdLst/>
            <a:ahLst/>
            <a:cxnLst/>
            <a:rect r="r" b="b" t="t" l="l"/>
            <a:pathLst>
              <a:path h="748833" w="491506">
                <a:moveTo>
                  <a:pt x="0" y="0"/>
                </a:moveTo>
                <a:lnTo>
                  <a:pt x="491506" y="0"/>
                </a:lnTo>
                <a:lnTo>
                  <a:pt x="491506" y="748833"/>
                </a:lnTo>
                <a:lnTo>
                  <a:pt x="0" y="7488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00632" y="2561414"/>
            <a:ext cx="9648753" cy="7538052"/>
          </a:xfrm>
          <a:custGeom>
            <a:avLst/>
            <a:gdLst/>
            <a:ahLst/>
            <a:cxnLst/>
            <a:rect r="r" b="b" t="t" l="l"/>
            <a:pathLst>
              <a:path h="7538052" w="9648753">
                <a:moveTo>
                  <a:pt x="0" y="0"/>
                </a:moveTo>
                <a:lnTo>
                  <a:pt x="9648753" y="0"/>
                </a:lnTo>
                <a:lnTo>
                  <a:pt x="9648753" y="7538052"/>
                </a:lnTo>
                <a:lnTo>
                  <a:pt x="0" y="75380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07" r="-2526" b="-607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26796" y="1588953"/>
            <a:ext cx="5906704" cy="797235"/>
            <a:chOff x="0" y="0"/>
            <a:chExt cx="7875606" cy="106298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85725"/>
              <a:ext cx="7875606" cy="573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71490"/>
              <a:ext cx="7875606" cy="491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Downloaded dataset from Kaggle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534998" y="1588953"/>
            <a:ext cx="6724302" cy="797235"/>
            <a:chOff x="0" y="0"/>
            <a:chExt cx="8965736" cy="106298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85725"/>
              <a:ext cx="6123670" cy="573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71490"/>
              <a:ext cx="8965736" cy="491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Organized data into train / validation / test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43618" y="5418541"/>
            <a:ext cx="6948348" cy="5078611"/>
          </a:xfrm>
          <a:custGeom>
            <a:avLst/>
            <a:gdLst/>
            <a:ahLst/>
            <a:cxnLst/>
            <a:rect r="r" b="b" t="t" l="l"/>
            <a:pathLst>
              <a:path h="5078611" w="6948348">
                <a:moveTo>
                  <a:pt x="0" y="0"/>
                </a:moveTo>
                <a:lnTo>
                  <a:pt x="6948348" y="0"/>
                </a:lnTo>
                <a:lnTo>
                  <a:pt x="6948348" y="5078611"/>
                </a:lnTo>
                <a:lnTo>
                  <a:pt x="0" y="50786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04429" y="5858073"/>
            <a:ext cx="7224753" cy="2099774"/>
            <a:chOff x="0" y="0"/>
            <a:chExt cx="9633004" cy="2799698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953443" y="-76200"/>
              <a:ext cx="5517569" cy="5156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3"/>
                </a:lnSpc>
              </a:pP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72736"/>
              <a:ext cx="9633004" cy="2426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4815" indent="-212407" lvl="1">
                <a:lnSpc>
                  <a:spcPts val="2951"/>
                </a:lnSpc>
                <a:buFont typeface="Arial"/>
                <a:buChar char="•"/>
              </a:pPr>
              <a:r>
                <a:rPr lang="en-US" sz="1967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Verified image and label consistency</a:t>
              </a:r>
            </a:p>
            <a:p>
              <a:pPr algn="l" marL="424815" indent="-212407" lvl="1">
                <a:lnSpc>
                  <a:spcPts val="2951"/>
                </a:lnSpc>
                <a:buFont typeface="Arial"/>
                <a:buChar char="•"/>
              </a:pPr>
              <a:r>
                <a:rPr lang="en-US" sz="1967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Created train / validation split (80/20)</a:t>
              </a:r>
            </a:p>
            <a:p>
              <a:pPr algn="l" marL="424815" indent="-212407" lvl="1">
                <a:lnSpc>
                  <a:spcPts val="2951"/>
                </a:lnSpc>
                <a:buFont typeface="Arial"/>
                <a:buChar char="•"/>
              </a:pPr>
              <a:r>
                <a:rPr lang="en-US" sz="1967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Organized dataset for YOLO format</a:t>
              </a:r>
            </a:p>
            <a:p>
              <a:pPr algn="l" marL="424815" indent="-212407" lvl="1">
                <a:lnSpc>
                  <a:spcPts val="2951"/>
                </a:lnSpc>
                <a:buFont typeface="Arial"/>
                <a:buChar char="•"/>
              </a:pPr>
              <a:r>
                <a:rPr lang="en-US" sz="1967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Ensured no missing labels</a:t>
              </a:r>
            </a:p>
            <a:p>
              <a:pPr algn="l">
                <a:lnSpc>
                  <a:spcPts val="295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4429" y="7549989"/>
            <a:ext cx="7974663" cy="2684704"/>
            <a:chOff x="0" y="0"/>
            <a:chExt cx="10632884" cy="3579605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1566656" y="-85725"/>
              <a:ext cx="9066228" cy="574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4"/>
                </a:lnSpc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450187"/>
              <a:ext cx="8233040" cy="3129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5"/>
                </a:lnSpc>
              </a:pPr>
              <a:r>
                <a:rPr lang="en-US" sz="1137">
                  <a:solidFill>
                    <a:srgbClr val="161616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Images: ['Highway_143_2020-07-30_jpg.rf.a7076f71b722e151bc3533a818aea182.jpg', 'ulu554_jpg.rf.2e267781b53958af49b1e9ab5f264d9a.jpg', 'Highway_977_2020-07-30_jpg.rf.36614aa85bf97bac966b4097e475b4a9.jpg', 'ulu2353_jpg.rf.4343ef0396842f66112639b7604eb643.jpg', 'Highway_1126_2020-07-30_jpg.rf.d464fc6d9a53e62a2b6b01ade432c627.jpg']</a:t>
              </a:r>
            </a:p>
            <a:p>
              <a:pPr algn="l">
                <a:lnSpc>
                  <a:spcPts val="1705"/>
                </a:lnSpc>
              </a:pPr>
              <a:r>
                <a:rPr lang="en-US" sz="1137">
                  <a:solidFill>
                    <a:srgbClr val="161616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Labels: ['ulu1386_jpg.rf.a5750e969785c5d69b5980d51e7f0b6b.txt', 'Highway_830_2020-07-30_jpg.rf.bdd5acbefb212b679668e9862841710c.txt', 'ulu1470_jpg.rf.2330f337e0bb2584c3429ed90c63ab1a.txt', 'ulu2190_jpg.rf.2182d0a98b9101a7a587570f9b4ab98c.txt', 'Highway_69_2020-07-30_jpg.rf.49b04efa04d91ffbcf6969510a0b3088.txt']</a:t>
              </a:r>
            </a:p>
            <a:p>
              <a:pPr algn="l">
                <a:lnSpc>
                  <a:spcPts val="1705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8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4857" y="5858073"/>
            <a:ext cx="8201668" cy="6800455"/>
          </a:xfrm>
          <a:custGeom>
            <a:avLst/>
            <a:gdLst/>
            <a:ahLst/>
            <a:cxnLst/>
            <a:rect r="r" b="b" t="t" l="l"/>
            <a:pathLst>
              <a:path h="6800455" w="8201668">
                <a:moveTo>
                  <a:pt x="0" y="0"/>
                </a:moveTo>
                <a:lnTo>
                  <a:pt x="8201668" y="0"/>
                </a:lnTo>
                <a:lnTo>
                  <a:pt x="8201668" y="6800454"/>
                </a:lnTo>
                <a:lnTo>
                  <a:pt x="0" y="6800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7893" y="250221"/>
            <a:ext cx="17521492" cy="10036779"/>
            <a:chOff x="0" y="0"/>
            <a:chExt cx="133221782" cy="763129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2390" y="72390"/>
              <a:ext cx="133077002" cy="76168221"/>
            </a:xfrm>
            <a:custGeom>
              <a:avLst/>
              <a:gdLst/>
              <a:ahLst/>
              <a:cxnLst/>
              <a:rect r="r" b="b" t="t" l="l"/>
              <a:pathLst>
                <a:path h="76168221" w="133077002">
                  <a:moveTo>
                    <a:pt x="0" y="0"/>
                  </a:moveTo>
                  <a:lnTo>
                    <a:pt x="133077002" y="0"/>
                  </a:lnTo>
                  <a:lnTo>
                    <a:pt x="133077002" y="76168221"/>
                  </a:lnTo>
                  <a:lnTo>
                    <a:pt x="0" y="761682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221785" cy="76312998"/>
            </a:xfrm>
            <a:custGeom>
              <a:avLst/>
              <a:gdLst/>
              <a:ahLst/>
              <a:cxnLst/>
              <a:rect r="r" b="b" t="t" l="l"/>
              <a:pathLst>
                <a:path h="76312998" w="133221785">
                  <a:moveTo>
                    <a:pt x="133077000" y="76168219"/>
                  </a:moveTo>
                  <a:lnTo>
                    <a:pt x="133221785" y="76168219"/>
                  </a:lnTo>
                  <a:lnTo>
                    <a:pt x="133221785" y="76312998"/>
                  </a:lnTo>
                  <a:lnTo>
                    <a:pt x="133077000" y="76312998"/>
                  </a:lnTo>
                  <a:lnTo>
                    <a:pt x="133077000" y="7616821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6168219"/>
                  </a:lnTo>
                  <a:lnTo>
                    <a:pt x="0" y="76168219"/>
                  </a:lnTo>
                  <a:lnTo>
                    <a:pt x="0" y="144780"/>
                  </a:lnTo>
                  <a:close/>
                  <a:moveTo>
                    <a:pt x="0" y="76168219"/>
                  </a:moveTo>
                  <a:lnTo>
                    <a:pt x="144780" y="76168219"/>
                  </a:lnTo>
                  <a:lnTo>
                    <a:pt x="144780" y="76312998"/>
                  </a:lnTo>
                  <a:lnTo>
                    <a:pt x="0" y="76312998"/>
                  </a:lnTo>
                  <a:lnTo>
                    <a:pt x="0" y="76168219"/>
                  </a:lnTo>
                  <a:close/>
                  <a:moveTo>
                    <a:pt x="133077000" y="144780"/>
                  </a:moveTo>
                  <a:lnTo>
                    <a:pt x="133221785" y="144780"/>
                  </a:lnTo>
                  <a:lnTo>
                    <a:pt x="133221785" y="76168219"/>
                  </a:lnTo>
                  <a:lnTo>
                    <a:pt x="133077000" y="76168219"/>
                  </a:lnTo>
                  <a:lnTo>
                    <a:pt x="133077000" y="144780"/>
                  </a:lnTo>
                  <a:close/>
                  <a:moveTo>
                    <a:pt x="144780" y="76168219"/>
                  </a:moveTo>
                  <a:lnTo>
                    <a:pt x="133077000" y="76168219"/>
                  </a:lnTo>
                  <a:lnTo>
                    <a:pt x="133077000" y="76312998"/>
                  </a:lnTo>
                  <a:lnTo>
                    <a:pt x="144780" y="76312998"/>
                  </a:lnTo>
                  <a:lnTo>
                    <a:pt x="144780" y="76168219"/>
                  </a:lnTo>
                  <a:close/>
                  <a:moveTo>
                    <a:pt x="133077000" y="0"/>
                  </a:moveTo>
                  <a:lnTo>
                    <a:pt x="133221785" y="0"/>
                  </a:lnTo>
                  <a:lnTo>
                    <a:pt x="133221785" y="144780"/>
                  </a:lnTo>
                  <a:lnTo>
                    <a:pt x="133077000" y="144780"/>
                  </a:lnTo>
                  <a:lnTo>
                    <a:pt x="1330770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33077000" y="0"/>
                  </a:lnTo>
                  <a:lnTo>
                    <a:pt x="1330770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161616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20086" y="250221"/>
            <a:ext cx="693450" cy="10036779"/>
          </a:xfrm>
          <a:custGeom>
            <a:avLst/>
            <a:gdLst/>
            <a:ahLst/>
            <a:cxnLst/>
            <a:rect r="r" b="b" t="t" l="l"/>
            <a:pathLst>
              <a:path h="10036779" w="693450">
                <a:moveTo>
                  <a:pt x="0" y="0"/>
                </a:moveTo>
                <a:lnTo>
                  <a:pt x="693450" y="0"/>
                </a:lnTo>
                <a:lnTo>
                  <a:pt x="693450" y="10036779"/>
                </a:lnTo>
                <a:lnTo>
                  <a:pt x="0" y="10036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78507" y="445953"/>
            <a:ext cx="1473098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Data Preparation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043491" y="1637355"/>
            <a:ext cx="491506" cy="748833"/>
          </a:xfrm>
          <a:custGeom>
            <a:avLst/>
            <a:gdLst/>
            <a:ahLst/>
            <a:cxnLst/>
            <a:rect r="r" b="b" t="t" l="l"/>
            <a:pathLst>
              <a:path h="748833" w="491506">
                <a:moveTo>
                  <a:pt x="0" y="0"/>
                </a:moveTo>
                <a:lnTo>
                  <a:pt x="491507" y="0"/>
                </a:lnTo>
                <a:lnTo>
                  <a:pt x="491507" y="748833"/>
                </a:lnTo>
                <a:lnTo>
                  <a:pt x="0" y="7488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262374">
            <a:off x="7880832" y="1140516"/>
            <a:ext cx="317276" cy="553974"/>
          </a:xfrm>
          <a:custGeom>
            <a:avLst/>
            <a:gdLst/>
            <a:ahLst/>
            <a:cxnLst/>
            <a:rect r="r" b="b" t="t" l="l"/>
            <a:pathLst>
              <a:path h="553974" w="317276">
                <a:moveTo>
                  <a:pt x="0" y="0"/>
                </a:moveTo>
                <a:lnTo>
                  <a:pt x="317276" y="0"/>
                </a:lnTo>
                <a:lnTo>
                  <a:pt x="317276" y="553974"/>
                </a:lnTo>
                <a:lnTo>
                  <a:pt x="0" y="5539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2947" y="1588953"/>
            <a:ext cx="491506" cy="748833"/>
          </a:xfrm>
          <a:custGeom>
            <a:avLst/>
            <a:gdLst/>
            <a:ahLst/>
            <a:cxnLst/>
            <a:rect r="r" b="b" t="t" l="l"/>
            <a:pathLst>
              <a:path h="748833" w="491506">
                <a:moveTo>
                  <a:pt x="0" y="0"/>
                </a:moveTo>
                <a:lnTo>
                  <a:pt x="491506" y="0"/>
                </a:lnTo>
                <a:lnTo>
                  <a:pt x="491506" y="748833"/>
                </a:lnTo>
                <a:lnTo>
                  <a:pt x="0" y="7488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3364" y="2557638"/>
            <a:ext cx="7393786" cy="4879899"/>
          </a:xfrm>
          <a:custGeom>
            <a:avLst/>
            <a:gdLst/>
            <a:ahLst/>
            <a:cxnLst/>
            <a:rect r="r" b="b" t="t" l="l"/>
            <a:pathLst>
              <a:path h="4879899" w="7393786">
                <a:moveTo>
                  <a:pt x="0" y="0"/>
                </a:moveTo>
                <a:lnTo>
                  <a:pt x="7393786" y="0"/>
                </a:lnTo>
                <a:lnTo>
                  <a:pt x="7393786" y="4879899"/>
                </a:lnTo>
                <a:lnTo>
                  <a:pt x="0" y="4879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39470" y="2386188"/>
            <a:ext cx="10248530" cy="6149118"/>
          </a:xfrm>
          <a:custGeom>
            <a:avLst/>
            <a:gdLst/>
            <a:ahLst/>
            <a:cxnLst/>
            <a:rect r="r" b="b" t="t" l="l"/>
            <a:pathLst>
              <a:path h="6149118" w="10248530">
                <a:moveTo>
                  <a:pt x="0" y="0"/>
                </a:moveTo>
                <a:lnTo>
                  <a:pt x="10248530" y="0"/>
                </a:lnTo>
                <a:lnTo>
                  <a:pt x="10248530" y="6149118"/>
                </a:lnTo>
                <a:lnTo>
                  <a:pt x="0" y="614911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26796" y="1588953"/>
            <a:ext cx="5906704" cy="797235"/>
            <a:chOff x="0" y="0"/>
            <a:chExt cx="7875606" cy="106298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85725"/>
              <a:ext cx="7875606" cy="573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3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71490"/>
              <a:ext cx="7875606" cy="491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Created data.yaml file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534998" y="1588953"/>
            <a:ext cx="6724302" cy="797235"/>
            <a:chOff x="0" y="0"/>
            <a:chExt cx="8965736" cy="106298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85725"/>
              <a:ext cx="6123670" cy="573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400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4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71490"/>
              <a:ext cx="8965736" cy="491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99"/>
                </a:lnSpc>
              </a:pPr>
              <a:r>
                <a:rPr lang="en-US" sz="2199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Verified Image–Label Matching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B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569791" cy="1030354"/>
          </a:xfrm>
          <a:custGeom>
            <a:avLst/>
            <a:gdLst/>
            <a:ahLst/>
            <a:cxnLst/>
            <a:rect r="r" b="b" t="t" l="l"/>
            <a:pathLst>
              <a:path h="1030354" w="1569791">
                <a:moveTo>
                  <a:pt x="0" y="0"/>
                </a:moveTo>
                <a:lnTo>
                  <a:pt x="1569791" y="0"/>
                </a:lnTo>
                <a:lnTo>
                  <a:pt x="1569791" y="1030354"/>
                </a:lnTo>
                <a:lnTo>
                  <a:pt x="0" y="103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2374">
            <a:off x="2432835" y="1431160"/>
            <a:ext cx="405660" cy="708295"/>
          </a:xfrm>
          <a:custGeom>
            <a:avLst/>
            <a:gdLst/>
            <a:ahLst/>
            <a:cxnLst/>
            <a:rect r="r" b="b" t="t" l="l"/>
            <a:pathLst>
              <a:path h="708295" w="405660">
                <a:moveTo>
                  <a:pt x="0" y="0"/>
                </a:moveTo>
                <a:lnTo>
                  <a:pt x="405660" y="0"/>
                </a:lnTo>
                <a:lnTo>
                  <a:pt x="405660" y="708295"/>
                </a:lnTo>
                <a:lnTo>
                  <a:pt x="0" y="708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37876">
            <a:off x="66945" y="6716205"/>
            <a:ext cx="19813197" cy="8194120"/>
          </a:xfrm>
          <a:custGeom>
            <a:avLst/>
            <a:gdLst/>
            <a:ahLst/>
            <a:cxnLst/>
            <a:rect r="r" b="b" t="t" l="l"/>
            <a:pathLst>
              <a:path h="8194120" w="19813197">
                <a:moveTo>
                  <a:pt x="19813197" y="0"/>
                </a:moveTo>
                <a:lnTo>
                  <a:pt x="0" y="0"/>
                </a:lnTo>
                <a:lnTo>
                  <a:pt x="0" y="8194119"/>
                </a:lnTo>
                <a:lnTo>
                  <a:pt x="19813197" y="8194119"/>
                </a:lnTo>
                <a:lnTo>
                  <a:pt x="198131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66763" y="3050237"/>
            <a:ext cx="17354473" cy="6795504"/>
            <a:chOff x="0" y="0"/>
            <a:chExt cx="131951885" cy="5166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131807101" cy="51523720"/>
            </a:xfrm>
            <a:custGeom>
              <a:avLst/>
              <a:gdLst/>
              <a:ahLst/>
              <a:cxnLst/>
              <a:rect r="r" b="b" t="t" l="l"/>
              <a:pathLst>
                <a:path h="51523720" w="131807101">
                  <a:moveTo>
                    <a:pt x="0" y="0"/>
                  </a:moveTo>
                  <a:lnTo>
                    <a:pt x="131807101" y="0"/>
                  </a:lnTo>
                  <a:lnTo>
                    <a:pt x="131807101" y="51523720"/>
                  </a:lnTo>
                  <a:lnTo>
                    <a:pt x="0" y="51523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951884" cy="51668499"/>
            </a:xfrm>
            <a:custGeom>
              <a:avLst/>
              <a:gdLst/>
              <a:ahLst/>
              <a:cxnLst/>
              <a:rect r="r" b="b" t="t" l="l"/>
              <a:pathLst>
                <a:path h="51668499" w="131951884">
                  <a:moveTo>
                    <a:pt x="131807099" y="51523720"/>
                  </a:moveTo>
                  <a:lnTo>
                    <a:pt x="131951884" y="51523720"/>
                  </a:lnTo>
                  <a:lnTo>
                    <a:pt x="131951884" y="51668499"/>
                  </a:lnTo>
                  <a:lnTo>
                    <a:pt x="131807099" y="51668499"/>
                  </a:lnTo>
                  <a:lnTo>
                    <a:pt x="131807099" y="5152372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1523720"/>
                  </a:lnTo>
                  <a:lnTo>
                    <a:pt x="0" y="51523720"/>
                  </a:lnTo>
                  <a:lnTo>
                    <a:pt x="0" y="144780"/>
                  </a:lnTo>
                  <a:close/>
                  <a:moveTo>
                    <a:pt x="0" y="51523720"/>
                  </a:moveTo>
                  <a:lnTo>
                    <a:pt x="144780" y="51523720"/>
                  </a:lnTo>
                  <a:lnTo>
                    <a:pt x="144780" y="51668499"/>
                  </a:lnTo>
                  <a:lnTo>
                    <a:pt x="0" y="51668499"/>
                  </a:lnTo>
                  <a:lnTo>
                    <a:pt x="0" y="51523720"/>
                  </a:lnTo>
                  <a:close/>
                  <a:moveTo>
                    <a:pt x="131807099" y="144780"/>
                  </a:moveTo>
                  <a:lnTo>
                    <a:pt x="131951884" y="144780"/>
                  </a:lnTo>
                  <a:lnTo>
                    <a:pt x="131951884" y="51523720"/>
                  </a:lnTo>
                  <a:lnTo>
                    <a:pt x="131807099" y="51523720"/>
                  </a:lnTo>
                  <a:lnTo>
                    <a:pt x="131807099" y="144780"/>
                  </a:lnTo>
                  <a:close/>
                  <a:moveTo>
                    <a:pt x="144780" y="51523720"/>
                  </a:moveTo>
                  <a:lnTo>
                    <a:pt x="131807099" y="51523720"/>
                  </a:lnTo>
                  <a:lnTo>
                    <a:pt x="131807099" y="51668499"/>
                  </a:lnTo>
                  <a:lnTo>
                    <a:pt x="144780" y="51668499"/>
                  </a:lnTo>
                  <a:lnTo>
                    <a:pt x="144780" y="51523720"/>
                  </a:lnTo>
                  <a:close/>
                  <a:moveTo>
                    <a:pt x="131807099" y="0"/>
                  </a:moveTo>
                  <a:lnTo>
                    <a:pt x="131951884" y="0"/>
                  </a:lnTo>
                  <a:lnTo>
                    <a:pt x="131951884" y="144780"/>
                  </a:lnTo>
                  <a:lnTo>
                    <a:pt x="131807099" y="144780"/>
                  </a:lnTo>
                  <a:lnTo>
                    <a:pt x="13180709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31807099" y="0"/>
                  </a:lnTo>
                  <a:lnTo>
                    <a:pt x="13180709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161616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60109" y="3050237"/>
            <a:ext cx="469508" cy="6795504"/>
          </a:xfrm>
          <a:custGeom>
            <a:avLst/>
            <a:gdLst/>
            <a:ahLst/>
            <a:cxnLst/>
            <a:rect r="r" b="b" t="t" l="l"/>
            <a:pathLst>
              <a:path h="6795504" w="469508">
                <a:moveTo>
                  <a:pt x="0" y="0"/>
                </a:moveTo>
                <a:lnTo>
                  <a:pt x="469508" y="0"/>
                </a:lnTo>
                <a:lnTo>
                  <a:pt x="469508" y="6795504"/>
                </a:lnTo>
                <a:lnTo>
                  <a:pt x="0" y="67955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05929" y="467122"/>
            <a:ext cx="706743" cy="1076755"/>
          </a:xfrm>
          <a:custGeom>
            <a:avLst/>
            <a:gdLst/>
            <a:ahLst/>
            <a:cxnLst/>
            <a:rect r="r" b="b" t="t" l="l"/>
            <a:pathLst>
              <a:path h="1076755" w="706743">
                <a:moveTo>
                  <a:pt x="0" y="0"/>
                </a:moveTo>
                <a:lnTo>
                  <a:pt x="706742" y="0"/>
                </a:lnTo>
                <a:lnTo>
                  <a:pt x="706742" y="1076755"/>
                </a:lnTo>
                <a:lnTo>
                  <a:pt x="0" y="10767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53341" y="5282858"/>
            <a:ext cx="11301259" cy="4562883"/>
          </a:xfrm>
          <a:custGeom>
            <a:avLst/>
            <a:gdLst/>
            <a:ahLst/>
            <a:cxnLst/>
            <a:rect r="r" b="b" t="t" l="l"/>
            <a:pathLst>
              <a:path h="4562883" w="11301259">
                <a:moveTo>
                  <a:pt x="0" y="0"/>
                </a:moveTo>
                <a:lnTo>
                  <a:pt x="11301258" y="0"/>
                </a:lnTo>
                <a:lnTo>
                  <a:pt x="11301258" y="4562883"/>
                </a:lnTo>
                <a:lnTo>
                  <a:pt x="0" y="45628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22859" y="486602"/>
            <a:ext cx="1101986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Deep Learning Model (YOLO)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3341" y="3584957"/>
            <a:ext cx="16436282" cy="1994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4923" indent="-287461" lvl="1">
              <a:lnSpc>
                <a:spcPts val="3994"/>
              </a:lnSpc>
              <a:buFont typeface="Arial"/>
              <a:buChar char="•"/>
            </a:pPr>
            <a:r>
              <a:rPr lang="en-US" sz="2662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YOLO (Y</a:t>
            </a:r>
            <a:r>
              <a:rPr lang="en-US" sz="2662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ou Only Look Once) is </a:t>
            </a:r>
            <a:r>
              <a:rPr lang="en-US" sz="2662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a real-time object detection algorithm.</a:t>
            </a:r>
          </a:p>
          <a:p>
            <a:pPr algn="l" marL="574923" indent="-287461" lvl="1">
              <a:lnSpc>
                <a:spcPts val="3994"/>
              </a:lnSpc>
              <a:buFont typeface="Arial"/>
              <a:buChar char="•"/>
            </a:pPr>
            <a:r>
              <a:rPr lang="en-US" sz="2662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It detects objects and their bounding boxes in a single pass.</a:t>
            </a:r>
          </a:p>
          <a:p>
            <a:pPr algn="l" marL="574923" indent="-287461" lvl="1">
              <a:lnSpc>
                <a:spcPts val="3994"/>
              </a:lnSpc>
              <a:buFont typeface="Arial"/>
              <a:buChar char="•"/>
            </a:pPr>
            <a:r>
              <a:rPr lang="en-US" sz="2662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Fast and accurate compared to traditional methods.</a:t>
            </a:r>
          </a:p>
          <a:p>
            <a:pPr algn="l">
              <a:lnSpc>
                <a:spcPts val="399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8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57389" y="1323258"/>
            <a:ext cx="8201668" cy="6800455"/>
          </a:xfrm>
          <a:custGeom>
            <a:avLst/>
            <a:gdLst/>
            <a:ahLst/>
            <a:cxnLst/>
            <a:rect r="r" b="b" t="t" l="l"/>
            <a:pathLst>
              <a:path h="6800455" w="8201668">
                <a:moveTo>
                  <a:pt x="0" y="0"/>
                </a:moveTo>
                <a:lnTo>
                  <a:pt x="8201669" y="0"/>
                </a:lnTo>
                <a:lnTo>
                  <a:pt x="8201669" y="6800455"/>
                </a:lnTo>
                <a:lnTo>
                  <a:pt x="0" y="68004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517" y="675095"/>
            <a:ext cx="4115739" cy="4048391"/>
            <a:chOff x="0" y="0"/>
            <a:chExt cx="5487652" cy="53978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7652" cy="5397854"/>
            </a:xfrm>
            <a:custGeom>
              <a:avLst/>
              <a:gdLst/>
              <a:ahLst/>
              <a:cxnLst/>
              <a:rect r="r" b="b" t="t" l="l"/>
              <a:pathLst>
                <a:path h="5397854" w="5487652">
                  <a:moveTo>
                    <a:pt x="0" y="0"/>
                  </a:moveTo>
                  <a:lnTo>
                    <a:pt x="5487652" y="0"/>
                  </a:lnTo>
                  <a:lnTo>
                    <a:pt x="5487652" y="5397854"/>
                  </a:lnTo>
                  <a:lnTo>
                    <a:pt x="0" y="5397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671267" y="942807"/>
              <a:ext cx="3842671" cy="32085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79"/>
                </a:lnSpc>
              </a:pPr>
              <a:r>
                <a:rPr lang="en-US" sz="3983">
                  <a:solidFill>
                    <a:srgbClr val="161616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YOLO Training and Evaluation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-1262374">
              <a:off x="4636818" y="3907221"/>
              <a:ext cx="438718" cy="766016"/>
            </a:xfrm>
            <a:custGeom>
              <a:avLst/>
              <a:gdLst/>
              <a:ahLst/>
              <a:cxnLst/>
              <a:rect r="r" b="b" t="t" l="l"/>
              <a:pathLst>
                <a:path h="766016" w="438718">
                  <a:moveTo>
                    <a:pt x="0" y="0"/>
                  </a:moveTo>
                  <a:lnTo>
                    <a:pt x="438718" y="0"/>
                  </a:lnTo>
                  <a:lnTo>
                    <a:pt x="438718" y="766016"/>
                  </a:lnTo>
                  <a:lnTo>
                    <a:pt x="0" y="766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436056" y="1028700"/>
            <a:ext cx="5365057" cy="3247584"/>
          </a:xfrm>
          <a:custGeom>
            <a:avLst/>
            <a:gdLst/>
            <a:ahLst/>
            <a:cxnLst/>
            <a:rect r="r" b="b" t="t" l="l"/>
            <a:pathLst>
              <a:path h="3247584" w="5365057">
                <a:moveTo>
                  <a:pt x="0" y="0"/>
                </a:moveTo>
                <a:lnTo>
                  <a:pt x="5365056" y="0"/>
                </a:lnTo>
                <a:lnTo>
                  <a:pt x="5365056" y="3247584"/>
                </a:lnTo>
                <a:lnTo>
                  <a:pt x="0" y="32475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03658" y="5527393"/>
            <a:ext cx="9489567" cy="4744783"/>
          </a:xfrm>
          <a:custGeom>
            <a:avLst/>
            <a:gdLst/>
            <a:ahLst/>
            <a:cxnLst/>
            <a:rect r="r" b="b" t="t" l="l"/>
            <a:pathLst>
              <a:path h="4744783" w="9489567">
                <a:moveTo>
                  <a:pt x="0" y="0"/>
                </a:moveTo>
                <a:lnTo>
                  <a:pt x="9489567" y="0"/>
                </a:lnTo>
                <a:lnTo>
                  <a:pt x="9489567" y="4744783"/>
                </a:lnTo>
                <a:lnTo>
                  <a:pt x="0" y="47447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7123" y="5527363"/>
            <a:ext cx="3910930" cy="4696668"/>
            <a:chOff x="0" y="0"/>
            <a:chExt cx="5214573" cy="626222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214573" cy="6262224"/>
              <a:chOff x="0" y="0"/>
              <a:chExt cx="38220111" cy="4589884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72390" y="72390"/>
                <a:ext cx="38075331" cy="45754069"/>
              </a:xfrm>
              <a:custGeom>
                <a:avLst/>
                <a:gdLst/>
                <a:ahLst/>
                <a:cxnLst/>
                <a:rect r="r" b="b" t="t" l="l"/>
                <a:pathLst>
                  <a:path h="45754069" w="38075331">
                    <a:moveTo>
                      <a:pt x="0" y="0"/>
                    </a:moveTo>
                    <a:lnTo>
                      <a:pt x="38075331" y="0"/>
                    </a:lnTo>
                    <a:lnTo>
                      <a:pt x="38075331" y="45754069"/>
                    </a:lnTo>
                    <a:lnTo>
                      <a:pt x="0" y="457540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F4F4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8220110" cy="45898848"/>
              </a:xfrm>
              <a:custGeom>
                <a:avLst/>
                <a:gdLst/>
                <a:ahLst/>
                <a:cxnLst/>
                <a:rect r="r" b="b" t="t" l="l"/>
                <a:pathLst>
                  <a:path h="45898848" w="38220110">
                    <a:moveTo>
                      <a:pt x="38075332" y="45754069"/>
                    </a:moveTo>
                    <a:lnTo>
                      <a:pt x="38220110" y="45754069"/>
                    </a:lnTo>
                    <a:lnTo>
                      <a:pt x="38220110" y="45898848"/>
                    </a:lnTo>
                    <a:lnTo>
                      <a:pt x="38075332" y="45898848"/>
                    </a:lnTo>
                    <a:lnTo>
                      <a:pt x="38075332" y="45754069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45754069"/>
                    </a:lnTo>
                    <a:lnTo>
                      <a:pt x="0" y="45754069"/>
                    </a:lnTo>
                    <a:lnTo>
                      <a:pt x="0" y="144780"/>
                    </a:lnTo>
                    <a:close/>
                    <a:moveTo>
                      <a:pt x="0" y="45754069"/>
                    </a:moveTo>
                    <a:lnTo>
                      <a:pt x="144780" y="45754069"/>
                    </a:lnTo>
                    <a:lnTo>
                      <a:pt x="144780" y="45898848"/>
                    </a:lnTo>
                    <a:lnTo>
                      <a:pt x="0" y="45898848"/>
                    </a:lnTo>
                    <a:lnTo>
                      <a:pt x="0" y="45754069"/>
                    </a:lnTo>
                    <a:close/>
                    <a:moveTo>
                      <a:pt x="38075332" y="144780"/>
                    </a:moveTo>
                    <a:lnTo>
                      <a:pt x="38220110" y="144780"/>
                    </a:lnTo>
                    <a:lnTo>
                      <a:pt x="38220110" y="45754069"/>
                    </a:lnTo>
                    <a:lnTo>
                      <a:pt x="38075332" y="45754069"/>
                    </a:lnTo>
                    <a:lnTo>
                      <a:pt x="38075332" y="144780"/>
                    </a:lnTo>
                    <a:close/>
                    <a:moveTo>
                      <a:pt x="144780" y="45754069"/>
                    </a:moveTo>
                    <a:lnTo>
                      <a:pt x="38075332" y="45754069"/>
                    </a:lnTo>
                    <a:lnTo>
                      <a:pt x="38075332" y="45898848"/>
                    </a:lnTo>
                    <a:lnTo>
                      <a:pt x="144780" y="45898848"/>
                    </a:lnTo>
                    <a:lnTo>
                      <a:pt x="144780" y="45754069"/>
                    </a:lnTo>
                    <a:close/>
                    <a:moveTo>
                      <a:pt x="38075332" y="0"/>
                    </a:moveTo>
                    <a:lnTo>
                      <a:pt x="38220110" y="0"/>
                    </a:lnTo>
                    <a:lnTo>
                      <a:pt x="38220110" y="144780"/>
                    </a:lnTo>
                    <a:lnTo>
                      <a:pt x="38075332" y="144780"/>
                    </a:lnTo>
                    <a:lnTo>
                      <a:pt x="38075332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38075332" y="0"/>
                    </a:lnTo>
                    <a:lnTo>
                      <a:pt x="38075332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161616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4573" cy="493014"/>
            </a:xfrm>
            <a:custGeom>
              <a:avLst/>
              <a:gdLst/>
              <a:ahLst/>
              <a:cxnLst/>
              <a:rect r="r" b="b" t="t" l="l"/>
              <a:pathLst>
                <a:path h="493014" w="5214573">
                  <a:moveTo>
                    <a:pt x="0" y="0"/>
                  </a:moveTo>
                  <a:lnTo>
                    <a:pt x="5214573" y="0"/>
                  </a:lnTo>
                  <a:lnTo>
                    <a:pt x="5214573" y="493014"/>
                  </a:lnTo>
                  <a:lnTo>
                    <a:pt x="0" y="493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689901" y="677049"/>
            <a:ext cx="8523047" cy="2217872"/>
          </a:xfrm>
          <a:custGeom>
            <a:avLst/>
            <a:gdLst/>
            <a:ahLst/>
            <a:cxnLst/>
            <a:rect r="r" b="b" t="t" l="l"/>
            <a:pathLst>
              <a:path h="2217872" w="8523047">
                <a:moveTo>
                  <a:pt x="0" y="0"/>
                </a:moveTo>
                <a:lnTo>
                  <a:pt x="8523047" y="0"/>
                </a:lnTo>
                <a:lnTo>
                  <a:pt x="8523047" y="2217872"/>
                </a:lnTo>
                <a:lnTo>
                  <a:pt x="0" y="2217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32596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564946" y="305574"/>
            <a:ext cx="557905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400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TRAINING CONFIGURATION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92447" y="4998116"/>
            <a:ext cx="5534305" cy="41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6"/>
              </a:lnSpc>
            </a:pPr>
            <a:r>
              <a:rPr lang="en-US" sz="2747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TRAINING PERFORMANCE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517" y="6276496"/>
            <a:ext cx="4022141" cy="2723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5755" indent="-222878" lvl="1">
              <a:lnSpc>
                <a:spcPts val="3096"/>
              </a:lnSpc>
              <a:buFont typeface="Arial"/>
              <a:buChar char="•"/>
            </a:pPr>
            <a:r>
              <a:rPr lang="en-US" sz="2064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Tr</a:t>
            </a:r>
            <a:r>
              <a:rPr lang="en-US" sz="2064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aining </a:t>
            </a:r>
            <a:r>
              <a:rPr lang="en-US" sz="2064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and validation loss decreased over epochs</a:t>
            </a:r>
          </a:p>
          <a:p>
            <a:pPr algn="l" marL="445755" indent="-222878" lvl="1">
              <a:lnSpc>
                <a:spcPts val="3096"/>
              </a:lnSpc>
              <a:buFont typeface="Arial"/>
              <a:buChar char="•"/>
            </a:pPr>
            <a:r>
              <a:rPr lang="en-US" sz="2064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Model converged successfully</a:t>
            </a:r>
          </a:p>
          <a:p>
            <a:pPr algn="l" marL="445755" indent="-222878" lvl="1">
              <a:lnSpc>
                <a:spcPts val="3096"/>
              </a:lnSpc>
              <a:buFont typeface="Arial"/>
              <a:buChar char="•"/>
            </a:pPr>
            <a:r>
              <a:rPr lang="en-US" sz="2064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No significant overfitting observed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89901" y="124599"/>
            <a:ext cx="557905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400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FINAL EVALUATION RESULTS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618136" y="2951155"/>
            <a:ext cx="5001799" cy="2519088"/>
          </a:xfrm>
          <a:custGeom>
            <a:avLst/>
            <a:gdLst/>
            <a:ahLst/>
            <a:cxnLst/>
            <a:rect r="r" b="b" t="t" l="l"/>
            <a:pathLst>
              <a:path h="2519088" w="5001799">
                <a:moveTo>
                  <a:pt x="0" y="0"/>
                </a:moveTo>
                <a:lnTo>
                  <a:pt x="5001799" y="0"/>
                </a:lnTo>
                <a:lnTo>
                  <a:pt x="5001799" y="2519088"/>
                </a:lnTo>
                <a:lnTo>
                  <a:pt x="0" y="251908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795437" y="3384861"/>
            <a:ext cx="4022141" cy="233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64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Bullet Points:</a:t>
            </a:r>
          </a:p>
          <a:p>
            <a:pPr algn="l" marL="445755" indent="-222878" lvl="1">
              <a:lnSpc>
                <a:spcPts val="3096"/>
              </a:lnSpc>
              <a:buFont typeface="Arial"/>
              <a:buChar char="•"/>
            </a:pPr>
            <a:r>
              <a:rPr lang="en-US" sz="2064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mAP@50: 0.942</a:t>
            </a:r>
          </a:p>
          <a:p>
            <a:pPr algn="l" marL="445755" indent="-222878" lvl="1">
              <a:lnSpc>
                <a:spcPts val="3096"/>
              </a:lnSpc>
              <a:buFont typeface="Arial"/>
              <a:buChar char="•"/>
            </a:pPr>
            <a:r>
              <a:rPr lang="en-US" sz="2064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mAP@50–95: 0.719</a:t>
            </a:r>
          </a:p>
          <a:p>
            <a:pPr algn="l" marL="445755" indent="-222878" lvl="1">
              <a:lnSpc>
                <a:spcPts val="3096"/>
              </a:lnSpc>
              <a:buFont typeface="Arial"/>
              <a:buChar char="•"/>
            </a:pPr>
            <a:r>
              <a:rPr lang="en-US" sz="2064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Precision: 0.898</a:t>
            </a:r>
          </a:p>
          <a:p>
            <a:pPr algn="l" marL="445755" indent="-222878" lvl="1">
              <a:lnSpc>
                <a:spcPts val="3096"/>
              </a:lnSpc>
              <a:buFont typeface="Arial"/>
              <a:buChar char="•"/>
            </a:pPr>
            <a:r>
              <a:rPr lang="en-US" sz="2064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Recall: 0.870</a:t>
            </a:r>
          </a:p>
          <a:p>
            <a:pPr algn="l">
              <a:lnSpc>
                <a:spcPts val="309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B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8954" y="351598"/>
            <a:ext cx="1569791" cy="1030354"/>
          </a:xfrm>
          <a:custGeom>
            <a:avLst/>
            <a:gdLst/>
            <a:ahLst/>
            <a:cxnLst/>
            <a:rect r="r" b="b" t="t" l="l"/>
            <a:pathLst>
              <a:path h="1030354" w="1569791">
                <a:moveTo>
                  <a:pt x="0" y="0"/>
                </a:moveTo>
                <a:lnTo>
                  <a:pt x="1569791" y="0"/>
                </a:lnTo>
                <a:lnTo>
                  <a:pt x="1569791" y="1030354"/>
                </a:lnTo>
                <a:lnTo>
                  <a:pt x="0" y="103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2374">
            <a:off x="2265915" y="1064448"/>
            <a:ext cx="405660" cy="708295"/>
          </a:xfrm>
          <a:custGeom>
            <a:avLst/>
            <a:gdLst/>
            <a:ahLst/>
            <a:cxnLst/>
            <a:rect r="r" b="b" t="t" l="l"/>
            <a:pathLst>
              <a:path h="708295" w="405660">
                <a:moveTo>
                  <a:pt x="0" y="0"/>
                </a:moveTo>
                <a:lnTo>
                  <a:pt x="405660" y="0"/>
                </a:lnTo>
                <a:lnTo>
                  <a:pt x="405660" y="708295"/>
                </a:lnTo>
                <a:lnTo>
                  <a:pt x="0" y="708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37876">
            <a:off x="66945" y="6716205"/>
            <a:ext cx="19813197" cy="8194120"/>
          </a:xfrm>
          <a:custGeom>
            <a:avLst/>
            <a:gdLst/>
            <a:ahLst/>
            <a:cxnLst/>
            <a:rect r="r" b="b" t="t" l="l"/>
            <a:pathLst>
              <a:path h="8194120" w="19813197">
                <a:moveTo>
                  <a:pt x="19813197" y="0"/>
                </a:moveTo>
                <a:lnTo>
                  <a:pt x="0" y="0"/>
                </a:lnTo>
                <a:lnTo>
                  <a:pt x="0" y="8194119"/>
                </a:lnTo>
                <a:lnTo>
                  <a:pt x="19813197" y="8194119"/>
                </a:lnTo>
                <a:lnTo>
                  <a:pt x="198131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7544" y="2059054"/>
            <a:ext cx="18030456" cy="8113022"/>
            <a:chOff x="0" y="0"/>
            <a:chExt cx="131951885" cy="593733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131807101" cy="59228567"/>
            </a:xfrm>
            <a:custGeom>
              <a:avLst/>
              <a:gdLst/>
              <a:ahLst/>
              <a:cxnLst/>
              <a:rect r="r" b="b" t="t" l="l"/>
              <a:pathLst>
                <a:path h="59228567" w="131807101">
                  <a:moveTo>
                    <a:pt x="0" y="0"/>
                  </a:moveTo>
                  <a:lnTo>
                    <a:pt x="131807101" y="0"/>
                  </a:lnTo>
                  <a:lnTo>
                    <a:pt x="131807101" y="59228567"/>
                  </a:lnTo>
                  <a:lnTo>
                    <a:pt x="0" y="59228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951884" cy="59373350"/>
            </a:xfrm>
            <a:custGeom>
              <a:avLst/>
              <a:gdLst/>
              <a:ahLst/>
              <a:cxnLst/>
              <a:rect r="r" b="b" t="t" l="l"/>
              <a:pathLst>
                <a:path h="59373350" w="131951884">
                  <a:moveTo>
                    <a:pt x="131807099" y="59228571"/>
                  </a:moveTo>
                  <a:lnTo>
                    <a:pt x="131951884" y="59228571"/>
                  </a:lnTo>
                  <a:lnTo>
                    <a:pt x="131951884" y="59373350"/>
                  </a:lnTo>
                  <a:lnTo>
                    <a:pt x="131807099" y="59373350"/>
                  </a:lnTo>
                  <a:lnTo>
                    <a:pt x="131807099" y="5922857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9228571"/>
                  </a:lnTo>
                  <a:lnTo>
                    <a:pt x="0" y="59228571"/>
                  </a:lnTo>
                  <a:lnTo>
                    <a:pt x="0" y="144780"/>
                  </a:lnTo>
                  <a:close/>
                  <a:moveTo>
                    <a:pt x="0" y="59228571"/>
                  </a:moveTo>
                  <a:lnTo>
                    <a:pt x="144780" y="59228571"/>
                  </a:lnTo>
                  <a:lnTo>
                    <a:pt x="144780" y="59373350"/>
                  </a:lnTo>
                  <a:lnTo>
                    <a:pt x="0" y="59373350"/>
                  </a:lnTo>
                  <a:lnTo>
                    <a:pt x="0" y="59228571"/>
                  </a:lnTo>
                  <a:close/>
                  <a:moveTo>
                    <a:pt x="131807099" y="144780"/>
                  </a:moveTo>
                  <a:lnTo>
                    <a:pt x="131951884" y="144780"/>
                  </a:lnTo>
                  <a:lnTo>
                    <a:pt x="131951884" y="59228571"/>
                  </a:lnTo>
                  <a:lnTo>
                    <a:pt x="131807099" y="59228571"/>
                  </a:lnTo>
                  <a:lnTo>
                    <a:pt x="131807099" y="144780"/>
                  </a:lnTo>
                  <a:close/>
                  <a:moveTo>
                    <a:pt x="144780" y="59228571"/>
                  </a:moveTo>
                  <a:lnTo>
                    <a:pt x="131807099" y="59228571"/>
                  </a:lnTo>
                  <a:lnTo>
                    <a:pt x="131807099" y="59373350"/>
                  </a:lnTo>
                  <a:lnTo>
                    <a:pt x="144780" y="59373350"/>
                  </a:lnTo>
                  <a:lnTo>
                    <a:pt x="144780" y="59228571"/>
                  </a:lnTo>
                  <a:close/>
                  <a:moveTo>
                    <a:pt x="131807099" y="0"/>
                  </a:moveTo>
                  <a:lnTo>
                    <a:pt x="131951884" y="0"/>
                  </a:lnTo>
                  <a:lnTo>
                    <a:pt x="131951884" y="144780"/>
                  </a:lnTo>
                  <a:lnTo>
                    <a:pt x="131807099" y="144780"/>
                  </a:lnTo>
                  <a:lnTo>
                    <a:pt x="13180709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31807099" y="0"/>
                  </a:lnTo>
                  <a:lnTo>
                    <a:pt x="13180709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161616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57544" y="2059054"/>
            <a:ext cx="560536" cy="8113022"/>
          </a:xfrm>
          <a:custGeom>
            <a:avLst/>
            <a:gdLst/>
            <a:ahLst/>
            <a:cxnLst/>
            <a:rect r="r" b="b" t="t" l="l"/>
            <a:pathLst>
              <a:path h="8113022" w="560536">
                <a:moveTo>
                  <a:pt x="0" y="0"/>
                </a:moveTo>
                <a:lnTo>
                  <a:pt x="560536" y="0"/>
                </a:lnTo>
                <a:lnTo>
                  <a:pt x="560536" y="8113022"/>
                </a:lnTo>
                <a:lnTo>
                  <a:pt x="0" y="81130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77671" y="305197"/>
            <a:ext cx="706743" cy="1076755"/>
          </a:xfrm>
          <a:custGeom>
            <a:avLst/>
            <a:gdLst/>
            <a:ahLst/>
            <a:cxnLst/>
            <a:rect r="r" b="b" t="t" l="l"/>
            <a:pathLst>
              <a:path h="1076755" w="706743">
                <a:moveTo>
                  <a:pt x="0" y="0"/>
                </a:moveTo>
                <a:lnTo>
                  <a:pt x="706743" y="0"/>
                </a:lnTo>
                <a:lnTo>
                  <a:pt x="706743" y="1076755"/>
                </a:lnTo>
                <a:lnTo>
                  <a:pt x="0" y="10767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8954" y="2877487"/>
            <a:ext cx="7664015" cy="2246578"/>
          </a:xfrm>
          <a:custGeom>
            <a:avLst/>
            <a:gdLst/>
            <a:ahLst/>
            <a:cxnLst/>
            <a:rect r="r" b="b" t="t" l="l"/>
            <a:pathLst>
              <a:path h="2246578" w="7664015">
                <a:moveTo>
                  <a:pt x="0" y="0"/>
                </a:moveTo>
                <a:lnTo>
                  <a:pt x="7664015" y="0"/>
                </a:lnTo>
                <a:lnTo>
                  <a:pt x="7664015" y="2246578"/>
                </a:lnTo>
                <a:lnTo>
                  <a:pt x="0" y="22465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612" r="0" b="-61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18080" y="6575402"/>
            <a:ext cx="9444772" cy="2682898"/>
          </a:xfrm>
          <a:custGeom>
            <a:avLst/>
            <a:gdLst/>
            <a:ahLst/>
            <a:cxnLst/>
            <a:rect r="r" b="b" t="t" l="l"/>
            <a:pathLst>
              <a:path h="2682898" w="9444772">
                <a:moveTo>
                  <a:pt x="0" y="0"/>
                </a:moveTo>
                <a:lnTo>
                  <a:pt x="9444772" y="0"/>
                </a:lnTo>
                <a:lnTo>
                  <a:pt x="9444772" y="2682898"/>
                </a:lnTo>
                <a:lnTo>
                  <a:pt x="0" y="268289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79063" y="4492814"/>
            <a:ext cx="5656990" cy="5679262"/>
          </a:xfrm>
          <a:custGeom>
            <a:avLst/>
            <a:gdLst/>
            <a:ahLst/>
            <a:cxnLst/>
            <a:rect r="r" b="b" t="t" l="l"/>
            <a:pathLst>
              <a:path h="5679262" w="5656990">
                <a:moveTo>
                  <a:pt x="0" y="0"/>
                </a:moveTo>
                <a:lnTo>
                  <a:pt x="5656990" y="0"/>
                </a:lnTo>
                <a:lnTo>
                  <a:pt x="5656990" y="5679262"/>
                </a:lnTo>
                <a:lnTo>
                  <a:pt x="0" y="567926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22859" y="486602"/>
            <a:ext cx="1101986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Model Evaluation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94186" y="2265641"/>
            <a:ext cx="5097066" cy="409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6"/>
              </a:lnSpc>
              <a:spcBef>
                <a:spcPct val="0"/>
              </a:spcBef>
            </a:pPr>
            <a:r>
              <a:rPr lang="en-US" b="true" sz="2264">
                <a:solidFill>
                  <a:srgbClr val="161616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Model Evaluation on Unseen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72772" y="2709398"/>
            <a:ext cx="8242640" cy="168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2"/>
              </a:lnSpc>
              <a:spcBef>
                <a:spcPct val="0"/>
              </a:spcBef>
            </a:pPr>
            <a:r>
              <a:rPr lang="en-US" sz="2248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Applied trained YOLO model on unseen validation image</a:t>
            </a:r>
          </a:p>
          <a:p>
            <a:pPr algn="just">
              <a:lnSpc>
                <a:spcPts val="3372"/>
              </a:lnSpc>
              <a:spcBef>
                <a:spcPct val="0"/>
              </a:spcBef>
            </a:pPr>
            <a:r>
              <a:rPr lang="en-US" sz="2248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Correctly detected multiple vehicle classes</a:t>
            </a:r>
          </a:p>
          <a:p>
            <a:pPr algn="just">
              <a:lnSpc>
                <a:spcPts val="3372"/>
              </a:lnSpc>
              <a:spcBef>
                <a:spcPct val="0"/>
              </a:spcBef>
            </a:pPr>
            <a:r>
              <a:rPr lang="en-US" sz="2248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High confidence scores achieved</a:t>
            </a:r>
          </a:p>
          <a:p>
            <a:pPr algn="just">
              <a:lnSpc>
                <a:spcPts val="3372"/>
              </a:lnSpc>
              <a:spcBef>
                <a:spcPct val="0"/>
              </a:spcBef>
            </a:pPr>
            <a:r>
              <a:rPr lang="en-US" sz="2248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Minimal false detections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8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4857" y="5858073"/>
            <a:ext cx="8201668" cy="6800455"/>
          </a:xfrm>
          <a:custGeom>
            <a:avLst/>
            <a:gdLst/>
            <a:ahLst/>
            <a:cxnLst/>
            <a:rect r="r" b="b" t="t" l="l"/>
            <a:pathLst>
              <a:path h="6800455" w="8201668">
                <a:moveTo>
                  <a:pt x="0" y="0"/>
                </a:moveTo>
                <a:lnTo>
                  <a:pt x="8201668" y="0"/>
                </a:lnTo>
                <a:lnTo>
                  <a:pt x="8201668" y="6800454"/>
                </a:lnTo>
                <a:lnTo>
                  <a:pt x="0" y="6800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7893" y="250221"/>
            <a:ext cx="17577097" cy="10036779"/>
            <a:chOff x="0" y="0"/>
            <a:chExt cx="133644570" cy="763129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2390" y="72390"/>
              <a:ext cx="133499786" cy="76168221"/>
            </a:xfrm>
            <a:custGeom>
              <a:avLst/>
              <a:gdLst/>
              <a:ahLst/>
              <a:cxnLst/>
              <a:rect r="r" b="b" t="t" l="l"/>
              <a:pathLst>
                <a:path h="76168221" w="133499786">
                  <a:moveTo>
                    <a:pt x="0" y="0"/>
                  </a:moveTo>
                  <a:lnTo>
                    <a:pt x="133499786" y="0"/>
                  </a:lnTo>
                  <a:lnTo>
                    <a:pt x="133499786" y="76168221"/>
                  </a:lnTo>
                  <a:lnTo>
                    <a:pt x="0" y="761682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644568" cy="76312998"/>
            </a:xfrm>
            <a:custGeom>
              <a:avLst/>
              <a:gdLst/>
              <a:ahLst/>
              <a:cxnLst/>
              <a:rect r="r" b="b" t="t" l="l"/>
              <a:pathLst>
                <a:path h="76312998" w="133644568">
                  <a:moveTo>
                    <a:pt x="133499796" y="76168219"/>
                  </a:moveTo>
                  <a:lnTo>
                    <a:pt x="133644568" y="76168219"/>
                  </a:lnTo>
                  <a:lnTo>
                    <a:pt x="133644568" y="76312998"/>
                  </a:lnTo>
                  <a:lnTo>
                    <a:pt x="133499796" y="76312998"/>
                  </a:lnTo>
                  <a:lnTo>
                    <a:pt x="133499796" y="7616821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6168219"/>
                  </a:lnTo>
                  <a:lnTo>
                    <a:pt x="0" y="76168219"/>
                  </a:lnTo>
                  <a:lnTo>
                    <a:pt x="0" y="144780"/>
                  </a:lnTo>
                  <a:close/>
                  <a:moveTo>
                    <a:pt x="0" y="76168219"/>
                  </a:moveTo>
                  <a:lnTo>
                    <a:pt x="144780" y="76168219"/>
                  </a:lnTo>
                  <a:lnTo>
                    <a:pt x="144780" y="76312998"/>
                  </a:lnTo>
                  <a:lnTo>
                    <a:pt x="0" y="76312998"/>
                  </a:lnTo>
                  <a:lnTo>
                    <a:pt x="0" y="76168219"/>
                  </a:lnTo>
                  <a:close/>
                  <a:moveTo>
                    <a:pt x="133499796" y="144780"/>
                  </a:moveTo>
                  <a:lnTo>
                    <a:pt x="133644568" y="144780"/>
                  </a:lnTo>
                  <a:lnTo>
                    <a:pt x="133644568" y="76168219"/>
                  </a:lnTo>
                  <a:lnTo>
                    <a:pt x="133499796" y="76168219"/>
                  </a:lnTo>
                  <a:lnTo>
                    <a:pt x="133499796" y="144780"/>
                  </a:lnTo>
                  <a:close/>
                  <a:moveTo>
                    <a:pt x="144780" y="76168219"/>
                  </a:moveTo>
                  <a:lnTo>
                    <a:pt x="133499796" y="76168219"/>
                  </a:lnTo>
                  <a:lnTo>
                    <a:pt x="133499796" y="76312998"/>
                  </a:lnTo>
                  <a:lnTo>
                    <a:pt x="144780" y="76312998"/>
                  </a:lnTo>
                  <a:lnTo>
                    <a:pt x="144780" y="76168219"/>
                  </a:lnTo>
                  <a:close/>
                  <a:moveTo>
                    <a:pt x="133499796" y="0"/>
                  </a:moveTo>
                  <a:lnTo>
                    <a:pt x="133644568" y="0"/>
                  </a:lnTo>
                  <a:lnTo>
                    <a:pt x="133644568" y="144780"/>
                  </a:lnTo>
                  <a:lnTo>
                    <a:pt x="133499796" y="144780"/>
                  </a:lnTo>
                  <a:lnTo>
                    <a:pt x="13349979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33499796" y="0"/>
                  </a:lnTo>
                  <a:lnTo>
                    <a:pt x="13349979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161616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20086" y="250221"/>
            <a:ext cx="693450" cy="10036779"/>
          </a:xfrm>
          <a:custGeom>
            <a:avLst/>
            <a:gdLst/>
            <a:ahLst/>
            <a:cxnLst/>
            <a:rect r="r" b="b" t="t" l="l"/>
            <a:pathLst>
              <a:path h="10036779" w="693450">
                <a:moveTo>
                  <a:pt x="0" y="0"/>
                </a:moveTo>
                <a:lnTo>
                  <a:pt x="693450" y="0"/>
                </a:lnTo>
                <a:lnTo>
                  <a:pt x="693450" y="10036779"/>
                </a:lnTo>
                <a:lnTo>
                  <a:pt x="0" y="10036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78507" y="445953"/>
            <a:ext cx="1473098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GUI Design &amp; Integration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262374">
            <a:off x="8152918" y="1140516"/>
            <a:ext cx="317276" cy="553974"/>
          </a:xfrm>
          <a:custGeom>
            <a:avLst/>
            <a:gdLst/>
            <a:ahLst/>
            <a:cxnLst/>
            <a:rect r="r" b="b" t="t" l="l"/>
            <a:pathLst>
              <a:path h="553974" w="317276">
                <a:moveTo>
                  <a:pt x="0" y="0"/>
                </a:moveTo>
                <a:lnTo>
                  <a:pt x="317276" y="0"/>
                </a:lnTo>
                <a:lnTo>
                  <a:pt x="317276" y="553974"/>
                </a:lnTo>
                <a:lnTo>
                  <a:pt x="0" y="553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2947" y="1588953"/>
            <a:ext cx="491506" cy="748833"/>
          </a:xfrm>
          <a:custGeom>
            <a:avLst/>
            <a:gdLst/>
            <a:ahLst/>
            <a:cxnLst/>
            <a:rect r="r" b="b" t="t" l="l"/>
            <a:pathLst>
              <a:path h="748833" w="491506">
                <a:moveTo>
                  <a:pt x="0" y="0"/>
                </a:moveTo>
                <a:lnTo>
                  <a:pt x="491506" y="0"/>
                </a:lnTo>
                <a:lnTo>
                  <a:pt x="491506" y="748833"/>
                </a:lnTo>
                <a:lnTo>
                  <a:pt x="0" y="7488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709503" y="468637"/>
            <a:ext cx="2029096" cy="1266783"/>
            <a:chOff x="0" y="0"/>
            <a:chExt cx="2705461" cy="1689044"/>
          </a:xfrm>
        </p:grpSpPr>
        <p:sp>
          <p:nvSpPr>
            <p:cNvPr name="Freeform 11" id="11"/>
            <p:cNvSpPr/>
            <p:nvPr/>
          </p:nvSpPr>
          <p:spPr>
            <a:xfrm flipH="false" flipV="false" rot="-5400000">
              <a:off x="-36704" y="994475"/>
              <a:ext cx="718616" cy="645207"/>
            </a:xfrm>
            <a:custGeom>
              <a:avLst/>
              <a:gdLst/>
              <a:ahLst/>
              <a:cxnLst/>
              <a:rect r="r" b="b" t="t" l="l"/>
              <a:pathLst>
                <a:path h="645207" w="718616">
                  <a:moveTo>
                    <a:pt x="0" y="0"/>
                  </a:moveTo>
                  <a:lnTo>
                    <a:pt x="718616" y="0"/>
                  </a:lnTo>
                  <a:lnTo>
                    <a:pt x="718616" y="645208"/>
                  </a:lnTo>
                  <a:lnTo>
                    <a:pt x="0" y="645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-348006" b="-403383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10800000">
              <a:off x="1986845" y="1043837"/>
              <a:ext cx="718616" cy="645207"/>
            </a:xfrm>
            <a:custGeom>
              <a:avLst/>
              <a:gdLst/>
              <a:ahLst/>
              <a:cxnLst/>
              <a:rect r="r" b="b" t="t" l="l"/>
              <a:pathLst>
                <a:path h="645207" w="718616">
                  <a:moveTo>
                    <a:pt x="0" y="0"/>
                  </a:moveTo>
                  <a:lnTo>
                    <a:pt x="718616" y="0"/>
                  </a:lnTo>
                  <a:lnTo>
                    <a:pt x="718616" y="645207"/>
                  </a:lnTo>
                  <a:lnTo>
                    <a:pt x="0" y="645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-348006" b="-403383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true" flipV="false" rot="0">
              <a:off x="1986845" y="0"/>
              <a:ext cx="718616" cy="645207"/>
            </a:xfrm>
            <a:custGeom>
              <a:avLst/>
              <a:gdLst/>
              <a:ahLst/>
              <a:cxnLst/>
              <a:rect r="r" b="b" t="t" l="l"/>
              <a:pathLst>
                <a:path h="645207" w="718616">
                  <a:moveTo>
                    <a:pt x="718616" y="0"/>
                  </a:moveTo>
                  <a:lnTo>
                    <a:pt x="0" y="0"/>
                  </a:lnTo>
                  <a:lnTo>
                    <a:pt x="0" y="645207"/>
                  </a:lnTo>
                  <a:lnTo>
                    <a:pt x="718616" y="645207"/>
                  </a:lnTo>
                  <a:lnTo>
                    <a:pt x="718616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-348006" b="-403383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8616" cy="645207"/>
            </a:xfrm>
            <a:custGeom>
              <a:avLst/>
              <a:gdLst/>
              <a:ahLst/>
              <a:cxnLst/>
              <a:rect r="r" b="b" t="t" l="l"/>
              <a:pathLst>
                <a:path h="645207" w="718616">
                  <a:moveTo>
                    <a:pt x="0" y="0"/>
                  </a:moveTo>
                  <a:lnTo>
                    <a:pt x="718616" y="0"/>
                  </a:lnTo>
                  <a:lnTo>
                    <a:pt x="718616" y="645207"/>
                  </a:lnTo>
                  <a:lnTo>
                    <a:pt x="0" y="645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-348006" b="-403383"/>
              </a:stretch>
            </a:blipFill>
          </p:spPr>
        </p:sp>
      </p:grpSp>
      <p:pic>
        <p:nvPicPr>
          <p:cNvPr name="Picture 15" id="15">
            <a:hlinkClick action="ppaction://media"/>
          </p:cNvPr>
          <p:cNvPicPr>
            <a:picLocks noChangeAspect="true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2"/>
          <a:srcRect l="0" t="450" r="0" b="450"/>
          <a:stretch>
            <a:fillRect/>
          </a:stretch>
        </p:blipFill>
        <p:spPr>
          <a:xfrm flipH="false" flipV="false" rot="0">
            <a:off x="2545397" y="3024363"/>
            <a:ext cx="12680294" cy="7112826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326796" y="2003283"/>
            <a:ext cx="13969522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The system integrates AI with a simple interface to make vehicle detection user-friendly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7685" y="2482669"/>
            <a:ext cx="4138825" cy="37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b="true" sz="2064">
                <a:solidFill>
                  <a:srgbClr val="6180E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Image Vehicle Detection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E8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4857" y="5858073"/>
            <a:ext cx="8201668" cy="6800455"/>
          </a:xfrm>
          <a:custGeom>
            <a:avLst/>
            <a:gdLst/>
            <a:ahLst/>
            <a:cxnLst/>
            <a:rect r="r" b="b" t="t" l="l"/>
            <a:pathLst>
              <a:path h="6800455" w="8201668">
                <a:moveTo>
                  <a:pt x="0" y="0"/>
                </a:moveTo>
                <a:lnTo>
                  <a:pt x="8201668" y="0"/>
                </a:lnTo>
                <a:lnTo>
                  <a:pt x="8201668" y="6800454"/>
                </a:lnTo>
                <a:lnTo>
                  <a:pt x="0" y="6800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7893" y="250221"/>
            <a:ext cx="17577097" cy="10036779"/>
            <a:chOff x="0" y="0"/>
            <a:chExt cx="133644570" cy="763129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2390" y="72390"/>
              <a:ext cx="133499786" cy="76168221"/>
            </a:xfrm>
            <a:custGeom>
              <a:avLst/>
              <a:gdLst/>
              <a:ahLst/>
              <a:cxnLst/>
              <a:rect r="r" b="b" t="t" l="l"/>
              <a:pathLst>
                <a:path h="76168221" w="133499786">
                  <a:moveTo>
                    <a:pt x="0" y="0"/>
                  </a:moveTo>
                  <a:lnTo>
                    <a:pt x="133499786" y="0"/>
                  </a:lnTo>
                  <a:lnTo>
                    <a:pt x="133499786" y="76168221"/>
                  </a:lnTo>
                  <a:lnTo>
                    <a:pt x="0" y="761682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644568" cy="76312998"/>
            </a:xfrm>
            <a:custGeom>
              <a:avLst/>
              <a:gdLst/>
              <a:ahLst/>
              <a:cxnLst/>
              <a:rect r="r" b="b" t="t" l="l"/>
              <a:pathLst>
                <a:path h="76312998" w="133644568">
                  <a:moveTo>
                    <a:pt x="133499796" y="76168219"/>
                  </a:moveTo>
                  <a:lnTo>
                    <a:pt x="133644568" y="76168219"/>
                  </a:lnTo>
                  <a:lnTo>
                    <a:pt x="133644568" y="76312998"/>
                  </a:lnTo>
                  <a:lnTo>
                    <a:pt x="133499796" y="76312998"/>
                  </a:lnTo>
                  <a:lnTo>
                    <a:pt x="133499796" y="7616821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76168219"/>
                  </a:lnTo>
                  <a:lnTo>
                    <a:pt x="0" y="76168219"/>
                  </a:lnTo>
                  <a:lnTo>
                    <a:pt x="0" y="144780"/>
                  </a:lnTo>
                  <a:close/>
                  <a:moveTo>
                    <a:pt x="0" y="76168219"/>
                  </a:moveTo>
                  <a:lnTo>
                    <a:pt x="144780" y="76168219"/>
                  </a:lnTo>
                  <a:lnTo>
                    <a:pt x="144780" y="76312998"/>
                  </a:lnTo>
                  <a:lnTo>
                    <a:pt x="0" y="76312998"/>
                  </a:lnTo>
                  <a:lnTo>
                    <a:pt x="0" y="76168219"/>
                  </a:lnTo>
                  <a:close/>
                  <a:moveTo>
                    <a:pt x="133499796" y="144780"/>
                  </a:moveTo>
                  <a:lnTo>
                    <a:pt x="133644568" y="144780"/>
                  </a:lnTo>
                  <a:lnTo>
                    <a:pt x="133644568" y="76168219"/>
                  </a:lnTo>
                  <a:lnTo>
                    <a:pt x="133499796" y="76168219"/>
                  </a:lnTo>
                  <a:lnTo>
                    <a:pt x="133499796" y="144780"/>
                  </a:lnTo>
                  <a:close/>
                  <a:moveTo>
                    <a:pt x="144780" y="76168219"/>
                  </a:moveTo>
                  <a:lnTo>
                    <a:pt x="133499796" y="76168219"/>
                  </a:lnTo>
                  <a:lnTo>
                    <a:pt x="133499796" y="76312998"/>
                  </a:lnTo>
                  <a:lnTo>
                    <a:pt x="144780" y="76312998"/>
                  </a:lnTo>
                  <a:lnTo>
                    <a:pt x="144780" y="76168219"/>
                  </a:lnTo>
                  <a:close/>
                  <a:moveTo>
                    <a:pt x="133499796" y="0"/>
                  </a:moveTo>
                  <a:lnTo>
                    <a:pt x="133644568" y="0"/>
                  </a:lnTo>
                  <a:lnTo>
                    <a:pt x="133644568" y="144780"/>
                  </a:lnTo>
                  <a:lnTo>
                    <a:pt x="133499796" y="144780"/>
                  </a:lnTo>
                  <a:lnTo>
                    <a:pt x="13349979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33499796" y="0"/>
                  </a:lnTo>
                  <a:lnTo>
                    <a:pt x="13349979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161616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20086" y="250221"/>
            <a:ext cx="693450" cy="10036779"/>
          </a:xfrm>
          <a:custGeom>
            <a:avLst/>
            <a:gdLst/>
            <a:ahLst/>
            <a:cxnLst/>
            <a:rect r="r" b="b" t="t" l="l"/>
            <a:pathLst>
              <a:path h="10036779" w="693450">
                <a:moveTo>
                  <a:pt x="0" y="0"/>
                </a:moveTo>
                <a:lnTo>
                  <a:pt x="693450" y="0"/>
                </a:lnTo>
                <a:lnTo>
                  <a:pt x="693450" y="10036779"/>
                </a:lnTo>
                <a:lnTo>
                  <a:pt x="0" y="10036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78507" y="445953"/>
            <a:ext cx="1473098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161616"/>
                </a:solidFill>
                <a:latin typeface="Neue Machina"/>
                <a:ea typeface="Neue Machina"/>
                <a:cs typeface="Neue Machina"/>
                <a:sym typeface="Neue Machina"/>
              </a:rPr>
              <a:t>GUI Design &amp; Integration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262374">
            <a:off x="8152918" y="1140516"/>
            <a:ext cx="317276" cy="553974"/>
          </a:xfrm>
          <a:custGeom>
            <a:avLst/>
            <a:gdLst/>
            <a:ahLst/>
            <a:cxnLst/>
            <a:rect r="r" b="b" t="t" l="l"/>
            <a:pathLst>
              <a:path h="553974" w="317276">
                <a:moveTo>
                  <a:pt x="0" y="0"/>
                </a:moveTo>
                <a:lnTo>
                  <a:pt x="317276" y="0"/>
                </a:lnTo>
                <a:lnTo>
                  <a:pt x="317276" y="553974"/>
                </a:lnTo>
                <a:lnTo>
                  <a:pt x="0" y="553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2947" y="1588953"/>
            <a:ext cx="491506" cy="748833"/>
          </a:xfrm>
          <a:custGeom>
            <a:avLst/>
            <a:gdLst/>
            <a:ahLst/>
            <a:cxnLst/>
            <a:rect r="r" b="b" t="t" l="l"/>
            <a:pathLst>
              <a:path h="748833" w="491506">
                <a:moveTo>
                  <a:pt x="0" y="0"/>
                </a:moveTo>
                <a:lnTo>
                  <a:pt x="491506" y="0"/>
                </a:lnTo>
                <a:lnTo>
                  <a:pt x="491506" y="748833"/>
                </a:lnTo>
                <a:lnTo>
                  <a:pt x="0" y="7488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709503" y="468637"/>
            <a:ext cx="2029096" cy="1266783"/>
            <a:chOff x="0" y="0"/>
            <a:chExt cx="2705461" cy="1689044"/>
          </a:xfrm>
        </p:grpSpPr>
        <p:sp>
          <p:nvSpPr>
            <p:cNvPr name="Freeform 11" id="11"/>
            <p:cNvSpPr/>
            <p:nvPr/>
          </p:nvSpPr>
          <p:spPr>
            <a:xfrm flipH="false" flipV="false" rot="-5400000">
              <a:off x="-36704" y="994475"/>
              <a:ext cx="718616" cy="645207"/>
            </a:xfrm>
            <a:custGeom>
              <a:avLst/>
              <a:gdLst/>
              <a:ahLst/>
              <a:cxnLst/>
              <a:rect r="r" b="b" t="t" l="l"/>
              <a:pathLst>
                <a:path h="645207" w="718616">
                  <a:moveTo>
                    <a:pt x="0" y="0"/>
                  </a:moveTo>
                  <a:lnTo>
                    <a:pt x="718616" y="0"/>
                  </a:lnTo>
                  <a:lnTo>
                    <a:pt x="718616" y="645208"/>
                  </a:lnTo>
                  <a:lnTo>
                    <a:pt x="0" y="645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-348006" b="-403383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-10800000">
              <a:off x="1986845" y="1043837"/>
              <a:ext cx="718616" cy="645207"/>
            </a:xfrm>
            <a:custGeom>
              <a:avLst/>
              <a:gdLst/>
              <a:ahLst/>
              <a:cxnLst/>
              <a:rect r="r" b="b" t="t" l="l"/>
              <a:pathLst>
                <a:path h="645207" w="718616">
                  <a:moveTo>
                    <a:pt x="0" y="0"/>
                  </a:moveTo>
                  <a:lnTo>
                    <a:pt x="718616" y="0"/>
                  </a:lnTo>
                  <a:lnTo>
                    <a:pt x="718616" y="645207"/>
                  </a:lnTo>
                  <a:lnTo>
                    <a:pt x="0" y="645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-348006" b="-403383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true" flipV="false" rot="0">
              <a:off x="1986845" y="0"/>
              <a:ext cx="718616" cy="645207"/>
            </a:xfrm>
            <a:custGeom>
              <a:avLst/>
              <a:gdLst/>
              <a:ahLst/>
              <a:cxnLst/>
              <a:rect r="r" b="b" t="t" l="l"/>
              <a:pathLst>
                <a:path h="645207" w="718616">
                  <a:moveTo>
                    <a:pt x="718616" y="0"/>
                  </a:moveTo>
                  <a:lnTo>
                    <a:pt x="0" y="0"/>
                  </a:lnTo>
                  <a:lnTo>
                    <a:pt x="0" y="645207"/>
                  </a:lnTo>
                  <a:lnTo>
                    <a:pt x="718616" y="645207"/>
                  </a:lnTo>
                  <a:lnTo>
                    <a:pt x="718616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-348006" b="-403383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8616" cy="645207"/>
            </a:xfrm>
            <a:custGeom>
              <a:avLst/>
              <a:gdLst/>
              <a:ahLst/>
              <a:cxnLst/>
              <a:rect r="r" b="b" t="t" l="l"/>
              <a:pathLst>
                <a:path h="645207" w="718616">
                  <a:moveTo>
                    <a:pt x="0" y="0"/>
                  </a:moveTo>
                  <a:lnTo>
                    <a:pt x="718616" y="0"/>
                  </a:lnTo>
                  <a:lnTo>
                    <a:pt x="718616" y="645207"/>
                  </a:lnTo>
                  <a:lnTo>
                    <a:pt x="0" y="645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-348006" b="-403383"/>
              </a:stretch>
            </a:blipFill>
          </p:spPr>
        </p:sp>
      </p:grpSp>
      <p:pic>
        <p:nvPicPr>
          <p:cNvPr name="Picture 15" id="15">
            <a:hlinkClick action="ppaction://media"/>
          </p:cNvPr>
          <p:cNvPicPr>
            <a:picLocks noChangeAspect="true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2225630" y="2119301"/>
            <a:ext cx="13732664" cy="8167699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388753" y="1740763"/>
            <a:ext cx="4138825" cy="37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b="true" sz="2064">
                <a:solidFill>
                  <a:srgbClr val="6180E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Vid</a:t>
            </a:r>
            <a:r>
              <a:rPr lang="en-US" b="true" sz="2064">
                <a:solidFill>
                  <a:srgbClr val="6180E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eo Vehicle Detection 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BD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8954" y="351598"/>
            <a:ext cx="1569791" cy="1030354"/>
          </a:xfrm>
          <a:custGeom>
            <a:avLst/>
            <a:gdLst/>
            <a:ahLst/>
            <a:cxnLst/>
            <a:rect r="r" b="b" t="t" l="l"/>
            <a:pathLst>
              <a:path h="1030354" w="1569791">
                <a:moveTo>
                  <a:pt x="0" y="0"/>
                </a:moveTo>
                <a:lnTo>
                  <a:pt x="1569791" y="0"/>
                </a:lnTo>
                <a:lnTo>
                  <a:pt x="1569791" y="1030354"/>
                </a:lnTo>
                <a:lnTo>
                  <a:pt x="0" y="103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62374">
            <a:off x="2265915" y="1064448"/>
            <a:ext cx="405660" cy="708295"/>
          </a:xfrm>
          <a:custGeom>
            <a:avLst/>
            <a:gdLst/>
            <a:ahLst/>
            <a:cxnLst/>
            <a:rect r="r" b="b" t="t" l="l"/>
            <a:pathLst>
              <a:path h="708295" w="405660">
                <a:moveTo>
                  <a:pt x="0" y="0"/>
                </a:moveTo>
                <a:lnTo>
                  <a:pt x="405660" y="0"/>
                </a:lnTo>
                <a:lnTo>
                  <a:pt x="405660" y="708295"/>
                </a:lnTo>
                <a:lnTo>
                  <a:pt x="0" y="7082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56901" y="2059054"/>
            <a:ext cx="14575508" cy="7089483"/>
            <a:chOff x="0" y="0"/>
            <a:chExt cx="122067681" cy="593733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390" y="72390"/>
              <a:ext cx="121922905" cy="59228567"/>
            </a:xfrm>
            <a:custGeom>
              <a:avLst/>
              <a:gdLst/>
              <a:ahLst/>
              <a:cxnLst/>
              <a:rect r="r" b="b" t="t" l="l"/>
              <a:pathLst>
                <a:path h="59228567" w="121922905">
                  <a:moveTo>
                    <a:pt x="0" y="0"/>
                  </a:moveTo>
                  <a:lnTo>
                    <a:pt x="121922905" y="0"/>
                  </a:lnTo>
                  <a:lnTo>
                    <a:pt x="121922905" y="59228567"/>
                  </a:lnTo>
                  <a:lnTo>
                    <a:pt x="0" y="59228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67675" cy="59373350"/>
            </a:xfrm>
            <a:custGeom>
              <a:avLst/>
              <a:gdLst/>
              <a:ahLst/>
              <a:cxnLst/>
              <a:rect r="r" b="b" t="t" l="l"/>
              <a:pathLst>
                <a:path h="59373350" w="122067675">
                  <a:moveTo>
                    <a:pt x="121922902" y="59228571"/>
                  </a:moveTo>
                  <a:lnTo>
                    <a:pt x="122067675" y="59228571"/>
                  </a:lnTo>
                  <a:lnTo>
                    <a:pt x="122067675" y="59373350"/>
                  </a:lnTo>
                  <a:lnTo>
                    <a:pt x="121922902" y="59373350"/>
                  </a:lnTo>
                  <a:lnTo>
                    <a:pt x="121922902" y="5922857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9228571"/>
                  </a:lnTo>
                  <a:lnTo>
                    <a:pt x="0" y="59228571"/>
                  </a:lnTo>
                  <a:lnTo>
                    <a:pt x="0" y="144780"/>
                  </a:lnTo>
                  <a:close/>
                  <a:moveTo>
                    <a:pt x="0" y="59228571"/>
                  </a:moveTo>
                  <a:lnTo>
                    <a:pt x="144780" y="59228571"/>
                  </a:lnTo>
                  <a:lnTo>
                    <a:pt x="144780" y="59373350"/>
                  </a:lnTo>
                  <a:lnTo>
                    <a:pt x="0" y="59373350"/>
                  </a:lnTo>
                  <a:lnTo>
                    <a:pt x="0" y="59228571"/>
                  </a:lnTo>
                  <a:close/>
                  <a:moveTo>
                    <a:pt x="121922902" y="144780"/>
                  </a:moveTo>
                  <a:lnTo>
                    <a:pt x="122067675" y="144780"/>
                  </a:lnTo>
                  <a:lnTo>
                    <a:pt x="122067675" y="59228571"/>
                  </a:lnTo>
                  <a:lnTo>
                    <a:pt x="121922902" y="59228571"/>
                  </a:lnTo>
                  <a:lnTo>
                    <a:pt x="121922902" y="144780"/>
                  </a:lnTo>
                  <a:close/>
                  <a:moveTo>
                    <a:pt x="144780" y="59228571"/>
                  </a:moveTo>
                  <a:lnTo>
                    <a:pt x="121922902" y="59228571"/>
                  </a:lnTo>
                  <a:lnTo>
                    <a:pt x="121922902" y="59373350"/>
                  </a:lnTo>
                  <a:lnTo>
                    <a:pt x="144780" y="59373350"/>
                  </a:lnTo>
                  <a:lnTo>
                    <a:pt x="144780" y="59228571"/>
                  </a:lnTo>
                  <a:close/>
                  <a:moveTo>
                    <a:pt x="121922902" y="0"/>
                  </a:moveTo>
                  <a:lnTo>
                    <a:pt x="122067675" y="0"/>
                  </a:lnTo>
                  <a:lnTo>
                    <a:pt x="122067675" y="144780"/>
                  </a:lnTo>
                  <a:lnTo>
                    <a:pt x="121922902" y="144780"/>
                  </a:lnTo>
                  <a:lnTo>
                    <a:pt x="12192290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1922902" y="0"/>
                  </a:lnTo>
                  <a:lnTo>
                    <a:pt x="12192290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16161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908209" y="2059054"/>
            <a:ext cx="489819" cy="7089483"/>
          </a:xfrm>
          <a:custGeom>
            <a:avLst/>
            <a:gdLst/>
            <a:ahLst/>
            <a:cxnLst/>
            <a:rect r="r" b="b" t="t" l="l"/>
            <a:pathLst>
              <a:path h="7089483" w="489819">
                <a:moveTo>
                  <a:pt x="0" y="0"/>
                </a:moveTo>
                <a:lnTo>
                  <a:pt x="489818" y="0"/>
                </a:lnTo>
                <a:lnTo>
                  <a:pt x="489818" y="7089483"/>
                </a:lnTo>
                <a:lnTo>
                  <a:pt x="0" y="70894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06490" y="2487260"/>
            <a:ext cx="9512033" cy="6491963"/>
          </a:xfrm>
          <a:custGeom>
            <a:avLst/>
            <a:gdLst/>
            <a:ahLst/>
            <a:cxnLst/>
            <a:rect r="r" b="b" t="t" l="l"/>
            <a:pathLst>
              <a:path h="6491963" w="9512033">
                <a:moveTo>
                  <a:pt x="0" y="0"/>
                </a:moveTo>
                <a:lnTo>
                  <a:pt x="9512034" y="0"/>
                </a:lnTo>
                <a:lnTo>
                  <a:pt x="9512034" y="6491963"/>
                </a:lnTo>
                <a:lnTo>
                  <a:pt x="0" y="64919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422196" y="7479897"/>
            <a:ext cx="3427614" cy="2139891"/>
            <a:chOff x="0" y="0"/>
            <a:chExt cx="4570152" cy="2853188"/>
          </a:xfrm>
        </p:grpSpPr>
        <p:sp>
          <p:nvSpPr>
            <p:cNvPr name="Freeform 10" id="10"/>
            <p:cNvSpPr/>
            <p:nvPr/>
          </p:nvSpPr>
          <p:spPr>
            <a:xfrm flipH="false" flipV="false" rot="-5400000">
              <a:off x="-62002" y="1679900"/>
              <a:ext cx="1213909" cy="1089905"/>
            </a:xfrm>
            <a:custGeom>
              <a:avLst/>
              <a:gdLst/>
              <a:ahLst/>
              <a:cxnLst/>
              <a:rect r="r" b="b" t="t" l="l"/>
              <a:pathLst>
                <a:path h="1089905" w="1213909">
                  <a:moveTo>
                    <a:pt x="0" y="0"/>
                  </a:moveTo>
                  <a:lnTo>
                    <a:pt x="1213909" y="0"/>
                  </a:lnTo>
                  <a:lnTo>
                    <a:pt x="1213909" y="1089905"/>
                  </a:lnTo>
                  <a:lnTo>
                    <a:pt x="0" y="108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-348006" b="-403383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-10800000">
              <a:off x="3356242" y="1763283"/>
              <a:ext cx="1213909" cy="1089905"/>
            </a:xfrm>
            <a:custGeom>
              <a:avLst/>
              <a:gdLst/>
              <a:ahLst/>
              <a:cxnLst/>
              <a:rect r="r" b="b" t="t" l="l"/>
              <a:pathLst>
                <a:path h="1089905" w="1213909">
                  <a:moveTo>
                    <a:pt x="0" y="0"/>
                  </a:moveTo>
                  <a:lnTo>
                    <a:pt x="1213910" y="0"/>
                  </a:lnTo>
                  <a:lnTo>
                    <a:pt x="1213910" y="1089905"/>
                  </a:lnTo>
                  <a:lnTo>
                    <a:pt x="0" y="108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-348006" b="-403383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true" flipV="false" rot="0">
              <a:off x="3356242" y="0"/>
              <a:ext cx="1213909" cy="1089905"/>
            </a:xfrm>
            <a:custGeom>
              <a:avLst/>
              <a:gdLst/>
              <a:ahLst/>
              <a:cxnLst/>
              <a:rect r="r" b="b" t="t" l="l"/>
              <a:pathLst>
                <a:path h="1089905" w="1213909">
                  <a:moveTo>
                    <a:pt x="1213910" y="0"/>
                  </a:moveTo>
                  <a:lnTo>
                    <a:pt x="0" y="0"/>
                  </a:lnTo>
                  <a:lnTo>
                    <a:pt x="0" y="1089905"/>
                  </a:lnTo>
                  <a:lnTo>
                    <a:pt x="1213910" y="1089905"/>
                  </a:lnTo>
                  <a:lnTo>
                    <a:pt x="121391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-348006" b="-403383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3909" cy="1089905"/>
            </a:xfrm>
            <a:custGeom>
              <a:avLst/>
              <a:gdLst/>
              <a:ahLst/>
              <a:cxnLst/>
              <a:rect r="r" b="b" t="t" l="l"/>
              <a:pathLst>
                <a:path h="1089905" w="1213909">
                  <a:moveTo>
                    <a:pt x="0" y="0"/>
                  </a:moveTo>
                  <a:lnTo>
                    <a:pt x="1213909" y="0"/>
                  </a:lnTo>
                  <a:lnTo>
                    <a:pt x="1213909" y="1089905"/>
                  </a:lnTo>
                  <a:lnTo>
                    <a:pt x="0" y="1089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-348006" b="-403383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DAG85wzfULw</dc:identifier>
  <dcterms:modified xsi:type="dcterms:W3CDTF">2011-08-01T06:04:30Z</dcterms:modified>
  <cp:revision>1</cp:revision>
  <dc:title>Deep Learning Project</dc:title>
</cp:coreProperties>
</file>